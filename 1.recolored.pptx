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D1D4"/>
    <a:srgbClr val="FFD700"/>
    <a:srgbClr val="FFFACD"/>
    <a:srgbClr val="F1DDDB"/>
    <a:srgbClr val="E1561F"/>
    <a:srgbClr val="F8D008"/>
    <a:srgbClr val="E63946"/>
    <a:srgbClr val="FF2B2B"/>
    <a:srgbClr val="FF3F5C"/>
    <a:srgbClr val="FF00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12" y="14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0D225F-8C80-7B86-5870-F6C455B6C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4DB558-60C1-AA26-66BB-E93EE721CB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C92569-CAF3-342C-05D0-A1B101B0A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1987F6-4C53-A61E-DEFD-504D1F85E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2322C1-44B0-4DAD-948C-E32FE3A11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22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3051FF-9ECA-459B-6EA9-3EF4AE508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06FE24-DD1E-04C3-D4F6-7021D9698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060AB0-F468-8294-157F-B24A614B1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23A63B-B6C6-CF2C-64ED-D175353D8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03DD26-E9FF-88BD-03A2-409D0E838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115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969C06-51AA-3608-67A7-67E842351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C9BBB7-E7A0-749C-B95C-DA2DDA87E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18204F-1BF1-5A24-F804-772CE408A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C5498F-043B-689D-9245-2E3FAAD9A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76B2EC-CBA1-8D52-C741-DCC1E1C3D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555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D53352-55DE-BD2F-6162-5C819B5E1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244AD2-F247-9278-A923-42B78128DF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7DF025-ACB5-BCE2-ED2A-920387B96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CAA45A-FE77-C6D6-6EF5-1DD1E09A9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006833-3A7A-6CF8-805D-C6A60060B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E5578A-5920-C573-AEC5-B9ED1AB0F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1378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A9170-13EF-1E27-15EF-B15582451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E3ECBC-6081-249A-232B-3211D4A1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097BF4-DAE7-BD32-9F7F-9E9FD11D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4C883B0-B975-FFB4-B081-1212046351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D70A682-3C4B-16B1-BB74-9186AB5618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972488-A0FC-1270-81B7-9D09D6018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1D093D6-8AE6-6069-BCA5-72978CBD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45589C7-D62E-01E8-1DB4-273260EFD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358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DAD4D9-1E96-B467-1830-76D17C4BF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E409088-B04F-0A77-094F-E1FC9AC55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4B43348-CCB1-D006-25D5-700DC1F30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33C0DB-EC8A-A774-5489-CC11467B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574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57CA58D-8EC3-DC71-1D50-86775FFAD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E0F803E-9FEC-9234-AC1B-5F1848BDB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A5F4CA-4C97-A772-0327-CDA017B8D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9668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7B7881-DF14-9640-1134-45EDC6560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8E0894-F6A2-5881-0403-E9729ECA1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146DC3-6BF0-67A1-2F25-99C648ED1A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4F1D91-2F4B-1F3D-BFDA-B8AB763BF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681597-F169-0E3F-78E1-F73D887B5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6D82D9-1554-E0D0-980F-40837A823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531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01E518-FCF8-3FFF-BC55-04C899DB3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043D53-6C7B-4290-26D7-502A57E123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E2D6BA-4718-54AB-13A6-F92848D83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2F3FEF-6A6A-7D93-D164-A48AF7ABA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00A1E7-5BA1-B91F-8BE3-EFDA37EB3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051F52-1E85-6ABA-DC81-E1FB51163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349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DEDB69-3735-8E77-903B-D3D311C1E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FB587C-8611-25AE-ECA2-B1F757B12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FB25A7-C925-47E0-AEC0-4EC8D99B4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3C2891-D357-E1B8-C77A-02C2DB48D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0CD123-4127-9547-93E7-32559C3EC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874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46B52BF-DDA8-FE62-271D-CB117B6F8C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D70B4EA-BA8C-6991-3566-1E7BE4A9A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200A47-F467-4E19-8804-FD47FDA8E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EE5D9C-C55E-64FB-104C-9F8199F07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662BAE-EC6D-D323-12B2-6935C9286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567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F151C2-32E8-D5C7-DF0C-DFCE72DFB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7B6A3A-57C0-F945-9FD0-C78C8D716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3EDC72-B7C4-74E4-A96C-17112020EF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700170-5222-2154-E172-40A73CD298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D06C42-F9A0-BB24-4B48-06E3B7F508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454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036D94FB-80F0-2384-E9A2-25E770044C2B}"/>
              </a:ext>
            </a:extLst>
          </p:cNvPr>
          <p:cNvGrpSpPr/>
          <p:nvPr/>
        </p:nvGrpSpPr>
        <p:grpSpPr>
          <a:xfrm>
            <a:off x="1826262" y="2624766"/>
            <a:ext cx="8539475" cy="1467714"/>
            <a:chOff x="1874523" y="2972909"/>
            <a:chExt cx="8539475" cy="1467714"/>
          </a:xfrm>
        </p:grpSpPr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9BCC628F-E0DA-6C61-7889-BFB1A9C80A4C}"/>
                </a:ext>
              </a:extLst>
            </p:cNvPr>
            <p:cNvSpPr/>
            <p:nvPr/>
          </p:nvSpPr>
          <p:spPr>
            <a:xfrm>
              <a:off x="6002867" y="2989013"/>
              <a:ext cx="922020" cy="1451610"/>
            </a:xfrm>
            <a:custGeom>
              <a:avLst/>
              <a:gdLst/>
              <a:ahLst/>
              <a:cxnLst/>
              <a:rect l="l" t="t" r="r" b="b"/>
              <a:pathLst>
                <a:path w="922020" h="1451610">
                  <a:moveTo>
                    <a:pt x="552450" y="0"/>
                  </a:moveTo>
                  <a:cubicBezTo>
                    <a:pt x="662940" y="0"/>
                    <a:pt x="752158" y="30798"/>
                    <a:pt x="820103" y="92393"/>
                  </a:cubicBezTo>
                  <a:cubicBezTo>
                    <a:pt x="888048" y="153987"/>
                    <a:pt x="922020" y="238760"/>
                    <a:pt x="922020" y="346710"/>
                  </a:cubicBezTo>
                  <a:cubicBezTo>
                    <a:pt x="922020" y="415290"/>
                    <a:pt x="904558" y="478790"/>
                    <a:pt x="869633" y="537210"/>
                  </a:cubicBezTo>
                  <a:cubicBezTo>
                    <a:pt x="834708" y="595630"/>
                    <a:pt x="791845" y="647700"/>
                    <a:pt x="741045" y="693420"/>
                  </a:cubicBezTo>
                  <a:cubicBezTo>
                    <a:pt x="690245" y="739140"/>
                    <a:pt x="622300" y="794385"/>
                    <a:pt x="537210" y="859155"/>
                  </a:cubicBezTo>
                  <a:cubicBezTo>
                    <a:pt x="453390" y="922655"/>
                    <a:pt x="386715" y="977265"/>
                    <a:pt x="337185" y="1022985"/>
                  </a:cubicBezTo>
                  <a:cubicBezTo>
                    <a:pt x="287655" y="1068705"/>
                    <a:pt x="249555" y="1116965"/>
                    <a:pt x="222885" y="1167765"/>
                  </a:cubicBezTo>
                  <a:cubicBezTo>
                    <a:pt x="259715" y="1157605"/>
                    <a:pt x="299085" y="1152525"/>
                    <a:pt x="340995" y="1152525"/>
                  </a:cubicBezTo>
                  <a:cubicBezTo>
                    <a:pt x="371475" y="1152525"/>
                    <a:pt x="403225" y="1155065"/>
                    <a:pt x="436245" y="1160145"/>
                  </a:cubicBezTo>
                  <a:cubicBezTo>
                    <a:pt x="469265" y="1165225"/>
                    <a:pt x="500380" y="1170940"/>
                    <a:pt x="529590" y="1177290"/>
                  </a:cubicBezTo>
                  <a:cubicBezTo>
                    <a:pt x="534670" y="1178560"/>
                    <a:pt x="551498" y="1182053"/>
                    <a:pt x="580073" y="1187768"/>
                  </a:cubicBezTo>
                  <a:cubicBezTo>
                    <a:pt x="608648" y="1193483"/>
                    <a:pt x="634365" y="1196340"/>
                    <a:pt x="657225" y="1196340"/>
                  </a:cubicBezTo>
                  <a:cubicBezTo>
                    <a:pt x="691515" y="1196340"/>
                    <a:pt x="723265" y="1189038"/>
                    <a:pt x="752475" y="1174433"/>
                  </a:cubicBezTo>
                  <a:cubicBezTo>
                    <a:pt x="781685" y="1159828"/>
                    <a:pt x="812165" y="1134745"/>
                    <a:pt x="843915" y="1099185"/>
                  </a:cubicBezTo>
                  <a:lnTo>
                    <a:pt x="849630" y="1102995"/>
                  </a:lnTo>
                  <a:cubicBezTo>
                    <a:pt x="866140" y="1149985"/>
                    <a:pt x="874395" y="1189355"/>
                    <a:pt x="874395" y="1221105"/>
                  </a:cubicBezTo>
                  <a:cubicBezTo>
                    <a:pt x="874395" y="1265555"/>
                    <a:pt x="862648" y="1305243"/>
                    <a:pt x="839153" y="1340168"/>
                  </a:cubicBezTo>
                  <a:cubicBezTo>
                    <a:pt x="815658" y="1375093"/>
                    <a:pt x="784225" y="1402398"/>
                    <a:pt x="744855" y="1422083"/>
                  </a:cubicBezTo>
                  <a:cubicBezTo>
                    <a:pt x="705485" y="1441768"/>
                    <a:pt x="663575" y="1451610"/>
                    <a:pt x="619125" y="1451610"/>
                  </a:cubicBezTo>
                  <a:cubicBezTo>
                    <a:pt x="593725" y="1451610"/>
                    <a:pt x="567373" y="1448435"/>
                    <a:pt x="540068" y="1442085"/>
                  </a:cubicBezTo>
                  <a:cubicBezTo>
                    <a:pt x="512763" y="1435735"/>
                    <a:pt x="479425" y="1426845"/>
                    <a:pt x="440055" y="1415415"/>
                  </a:cubicBezTo>
                  <a:cubicBezTo>
                    <a:pt x="393065" y="1401445"/>
                    <a:pt x="354330" y="1391285"/>
                    <a:pt x="323850" y="1384935"/>
                  </a:cubicBezTo>
                  <a:cubicBezTo>
                    <a:pt x="293370" y="1378585"/>
                    <a:pt x="261620" y="1375410"/>
                    <a:pt x="228600" y="1375410"/>
                  </a:cubicBezTo>
                  <a:cubicBezTo>
                    <a:pt x="157480" y="1375410"/>
                    <a:pt x="87630" y="1393825"/>
                    <a:pt x="19050" y="1430655"/>
                  </a:cubicBezTo>
                  <a:lnTo>
                    <a:pt x="11430" y="1430655"/>
                  </a:lnTo>
                  <a:cubicBezTo>
                    <a:pt x="3810" y="1400175"/>
                    <a:pt x="0" y="1370330"/>
                    <a:pt x="0" y="1341120"/>
                  </a:cubicBezTo>
                  <a:cubicBezTo>
                    <a:pt x="0" y="1287780"/>
                    <a:pt x="13653" y="1235393"/>
                    <a:pt x="40958" y="1183958"/>
                  </a:cubicBezTo>
                  <a:cubicBezTo>
                    <a:pt x="68263" y="1132523"/>
                    <a:pt x="101600" y="1085215"/>
                    <a:pt x="140970" y="1042035"/>
                  </a:cubicBezTo>
                  <a:cubicBezTo>
                    <a:pt x="180340" y="998855"/>
                    <a:pt x="234315" y="943610"/>
                    <a:pt x="302895" y="876300"/>
                  </a:cubicBezTo>
                  <a:cubicBezTo>
                    <a:pt x="375285" y="806450"/>
                    <a:pt x="433705" y="746443"/>
                    <a:pt x="478155" y="696278"/>
                  </a:cubicBezTo>
                  <a:cubicBezTo>
                    <a:pt x="522605" y="646113"/>
                    <a:pt x="560070" y="590868"/>
                    <a:pt x="590550" y="530543"/>
                  </a:cubicBezTo>
                  <a:cubicBezTo>
                    <a:pt x="621030" y="470218"/>
                    <a:pt x="636270" y="407035"/>
                    <a:pt x="636270" y="340995"/>
                  </a:cubicBezTo>
                  <a:cubicBezTo>
                    <a:pt x="636270" y="268605"/>
                    <a:pt x="624523" y="211455"/>
                    <a:pt x="601028" y="169545"/>
                  </a:cubicBezTo>
                  <a:cubicBezTo>
                    <a:pt x="577533" y="127635"/>
                    <a:pt x="541655" y="106680"/>
                    <a:pt x="493395" y="106680"/>
                  </a:cubicBezTo>
                  <a:cubicBezTo>
                    <a:pt x="448945" y="106680"/>
                    <a:pt x="412750" y="121603"/>
                    <a:pt x="384810" y="151448"/>
                  </a:cubicBezTo>
                  <a:cubicBezTo>
                    <a:pt x="356870" y="181293"/>
                    <a:pt x="342900" y="217805"/>
                    <a:pt x="342900" y="260985"/>
                  </a:cubicBezTo>
                  <a:cubicBezTo>
                    <a:pt x="342900" y="304165"/>
                    <a:pt x="351473" y="342583"/>
                    <a:pt x="368618" y="376238"/>
                  </a:cubicBezTo>
                  <a:cubicBezTo>
                    <a:pt x="385763" y="409893"/>
                    <a:pt x="407670" y="434340"/>
                    <a:pt x="434340" y="449580"/>
                  </a:cubicBezTo>
                  <a:lnTo>
                    <a:pt x="434340" y="457200"/>
                  </a:lnTo>
                  <a:cubicBezTo>
                    <a:pt x="412750" y="477520"/>
                    <a:pt x="389255" y="493395"/>
                    <a:pt x="363855" y="504825"/>
                  </a:cubicBezTo>
                  <a:cubicBezTo>
                    <a:pt x="338455" y="516255"/>
                    <a:pt x="313690" y="521970"/>
                    <a:pt x="289560" y="521970"/>
                  </a:cubicBezTo>
                  <a:cubicBezTo>
                    <a:pt x="250190" y="521970"/>
                    <a:pt x="217488" y="504190"/>
                    <a:pt x="191453" y="468630"/>
                  </a:cubicBezTo>
                  <a:cubicBezTo>
                    <a:pt x="165418" y="433070"/>
                    <a:pt x="152400" y="384810"/>
                    <a:pt x="152400" y="323850"/>
                  </a:cubicBezTo>
                  <a:cubicBezTo>
                    <a:pt x="152400" y="270510"/>
                    <a:pt x="167958" y="219075"/>
                    <a:pt x="199073" y="169545"/>
                  </a:cubicBezTo>
                  <a:cubicBezTo>
                    <a:pt x="230188" y="120015"/>
                    <a:pt x="276225" y="79375"/>
                    <a:pt x="337185" y="47625"/>
                  </a:cubicBezTo>
                  <a:cubicBezTo>
                    <a:pt x="398145" y="15875"/>
                    <a:pt x="469900" y="0"/>
                    <a:pt x="552450" y="0"/>
                  </a:cubicBezTo>
                  <a:close/>
                </a:path>
              </a:pathLst>
            </a:custGeom>
            <a:gradFill flip="none" rotWithShape="1">
              <a:gsLst>
                <a:gs pos="95000">
                  <a:srgbClr val="DFFCF3"/>
                </a:gs>
                <a:gs pos="20000">
                  <a:schemeClr val="bg2"/>
                </a:gs>
                <a:gs pos="10000">
                  <a:schemeClr val="accent2">
                    <a:lumMod val="20000"/>
                    <a:lumOff val="80000"/>
                  </a:schemeClr>
                </a:gs>
                <a:gs pos="0">
                  <a:srgbClr val="F7FFFC"/>
                </a:gs>
                <a:gs pos="46000">
                  <a:srgbClr val="7BE7C7"/>
                </a:gs>
                <a:gs pos="30000">
                  <a:schemeClr val="bg2">
                    <a:lumMod val="90000"/>
                  </a:schemeClr>
                </a:gs>
                <a:gs pos="66500">
                  <a:srgbClr val="DFFCF3"/>
                </a:gs>
                <a:gs pos="83000">
                  <a:schemeClr val="accent3">
                    <a:lumMod val="40000"/>
                    <a:lumOff val="60000"/>
                  </a:schemeClr>
                </a:gs>
                <a:gs pos="72000">
                  <a:srgbClr val="59E3B2"/>
                </a:gs>
                <a:gs pos="56000">
                  <a:schemeClr val="accent6">
                    <a:lumMod val="40000"/>
                    <a:lumOff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97BD6AFA-8EFA-E8E3-2C45-83B18CEA9124}"/>
                </a:ext>
              </a:extLst>
            </p:cNvPr>
            <p:cNvSpPr/>
            <p:nvPr/>
          </p:nvSpPr>
          <p:spPr>
            <a:xfrm>
              <a:off x="6872603" y="2972909"/>
              <a:ext cx="3541395" cy="1459230"/>
            </a:xfrm>
            <a:custGeom>
              <a:avLst/>
              <a:gdLst/>
              <a:ahLst/>
              <a:cxnLst/>
              <a:rect l="l" t="t" r="r" b="b"/>
              <a:pathLst>
                <a:path w="3541395" h="1459230">
                  <a:moveTo>
                    <a:pt x="2268855" y="584835"/>
                  </a:moveTo>
                  <a:cubicBezTo>
                    <a:pt x="2218055" y="584835"/>
                    <a:pt x="2172335" y="614363"/>
                    <a:pt x="2131695" y="673418"/>
                  </a:cubicBezTo>
                  <a:cubicBezTo>
                    <a:pt x="2091055" y="732473"/>
                    <a:pt x="2059305" y="803593"/>
                    <a:pt x="2036445" y="886778"/>
                  </a:cubicBezTo>
                  <a:cubicBezTo>
                    <a:pt x="2013585" y="969963"/>
                    <a:pt x="2002155" y="1043305"/>
                    <a:pt x="2002155" y="1106805"/>
                  </a:cubicBezTo>
                  <a:cubicBezTo>
                    <a:pt x="2002155" y="1170305"/>
                    <a:pt x="2011363" y="1210945"/>
                    <a:pt x="2029778" y="1228725"/>
                  </a:cubicBezTo>
                  <a:cubicBezTo>
                    <a:pt x="2048193" y="1246505"/>
                    <a:pt x="2070735" y="1255395"/>
                    <a:pt x="2097405" y="1255395"/>
                  </a:cubicBezTo>
                  <a:cubicBezTo>
                    <a:pt x="2127885" y="1255395"/>
                    <a:pt x="2158683" y="1241425"/>
                    <a:pt x="2189798" y="1213485"/>
                  </a:cubicBezTo>
                  <a:cubicBezTo>
                    <a:pt x="2220913" y="1185545"/>
                    <a:pt x="2242185" y="1146810"/>
                    <a:pt x="2253615" y="1097280"/>
                  </a:cubicBezTo>
                  <a:lnTo>
                    <a:pt x="2253615" y="1087755"/>
                  </a:lnTo>
                  <a:lnTo>
                    <a:pt x="2346960" y="651510"/>
                  </a:lnTo>
                  <a:cubicBezTo>
                    <a:pt x="2335530" y="607060"/>
                    <a:pt x="2309495" y="584835"/>
                    <a:pt x="2268855" y="584835"/>
                  </a:cubicBezTo>
                  <a:close/>
                  <a:moveTo>
                    <a:pt x="1417320" y="575310"/>
                  </a:moveTo>
                  <a:cubicBezTo>
                    <a:pt x="1375410" y="575310"/>
                    <a:pt x="1334770" y="605790"/>
                    <a:pt x="1295400" y="666750"/>
                  </a:cubicBezTo>
                  <a:cubicBezTo>
                    <a:pt x="1256030" y="727710"/>
                    <a:pt x="1224280" y="800735"/>
                    <a:pt x="1200150" y="885825"/>
                  </a:cubicBezTo>
                  <a:cubicBezTo>
                    <a:pt x="1176020" y="970915"/>
                    <a:pt x="1163955" y="1045845"/>
                    <a:pt x="1163955" y="1110615"/>
                  </a:cubicBezTo>
                  <a:cubicBezTo>
                    <a:pt x="1163955" y="1171575"/>
                    <a:pt x="1170940" y="1212533"/>
                    <a:pt x="1184910" y="1233488"/>
                  </a:cubicBezTo>
                  <a:cubicBezTo>
                    <a:pt x="1198880" y="1254443"/>
                    <a:pt x="1224280" y="1264920"/>
                    <a:pt x="1261110" y="1264920"/>
                  </a:cubicBezTo>
                  <a:cubicBezTo>
                    <a:pt x="1291590" y="1264920"/>
                    <a:pt x="1322070" y="1247458"/>
                    <a:pt x="1352550" y="1212533"/>
                  </a:cubicBezTo>
                  <a:cubicBezTo>
                    <a:pt x="1383030" y="1177608"/>
                    <a:pt x="1409700" y="1129983"/>
                    <a:pt x="1432560" y="1069658"/>
                  </a:cubicBezTo>
                  <a:cubicBezTo>
                    <a:pt x="1455420" y="1009333"/>
                    <a:pt x="1471930" y="942340"/>
                    <a:pt x="1482090" y="868680"/>
                  </a:cubicBezTo>
                  <a:cubicBezTo>
                    <a:pt x="1447800" y="861060"/>
                    <a:pt x="1430655" y="834390"/>
                    <a:pt x="1430655" y="788670"/>
                  </a:cubicBezTo>
                  <a:cubicBezTo>
                    <a:pt x="1430655" y="736600"/>
                    <a:pt x="1450340" y="702310"/>
                    <a:pt x="1489710" y="685800"/>
                  </a:cubicBezTo>
                  <a:cubicBezTo>
                    <a:pt x="1487170" y="643890"/>
                    <a:pt x="1480820" y="614998"/>
                    <a:pt x="1470660" y="599123"/>
                  </a:cubicBezTo>
                  <a:cubicBezTo>
                    <a:pt x="1460500" y="583248"/>
                    <a:pt x="1442720" y="575310"/>
                    <a:pt x="1417320" y="575310"/>
                  </a:cubicBezTo>
                  <a:close/>
                  <a:moveTo>
                    <a:pt x="3249930" y="560070"/>
                  </a:moveTo>
                  <a:cubicBezTo>
                    <a:pt x="3204210" y="560070"/>
                    <a:pt x="3159443" y="600075"/>
                    <a:pt x="3115627" y="680085"/>
                  </a:cubicBezTo>
                  <a:cubicBezTo>
                    <a:pt x="3071813" y="760095"/>
                    <a:pt x="3040380" y="850900"/>
                    <a:pt x="3021330" y="952500"/>
                  </a:cubicBezTo>
                  <a:cubicBezTo>
                    <a:pt x="3068320" y="949960"/>
                    <a:pt x="3113087" y="933450"/>
                    <a:pt x="3155633" y="902970"/>
                  </a:cubicBezTo>
                  <a:cubicBezTo>
                    <a:pt x="3198178" y="872490"/>
                    <a:pt x="3232468" y="833755"/>
                    <a:pt x="3258503" y="786765"/>
                  </a:cubicBezTo>
                  <a:cubicBezTo>
                    <a:pt x="3284537" y="739775"/>
                    <a:pt x="3297555" y="690245"/>
                    <a:pt x="3297555" y="638175"/>
                  </a:cubicBezTo>
                  <a:cubicBezTo>
                    <a:pt x="3297555" y="586105"/>
                    <a:pt x="3281680" y="560070"/>
                    <a:pt x="3249930" y="560070"/>
                  </a:cubicBezTo>
                  <a:close/>
                  <a:moveTo>
                    <a:pt x="664845" y="0"/>
                  </a:moveTo>
                  <a:cubicBezTo>
                    <a:pt x="760095" y="0"/>
                    <a:pt x="836930" y="20955"/>
                    <a:pt x="895350" y="62865"/>
                  </a:cubicBezTo>
                  <a:cubicBezTo>
                    <a:pt x="953770" y="104775"/>
                    <a:pt x="982980" y="168910"/>
                    <a:pt x="982980" y="255270"/>
                  </a:cubicBezTo>
                  <a:cubicBezTo>
                    <a:pt x="982980" y="309880"/>
                    <a:pt x="972185" y="352743"/>
                    <a:pt x="950595" y="383858"/>
                  </a:cubicBezTo>
                  <a:cubicBezTo>
                    <a:pt x="929005" y="414973"/>
                    <a:pt x="895350" y="430530"/>
                    <a:pt x="849630" y="430530"/>
                  </a:cubicBezTo>
                  <a:cubicBezTo>
                    <a:pt x="803910" y="430530"/>
                    <a:pt x="767715" y="414020"/>
                    <a:pt x="741045" y="381000"/>
                  </a:cubicBezTo>
                  <a:cubicBezTo>
                    <a:pt x="763905" y="369570"/>
                    <a:pt x="784225" y="346710"/>
                    <a:pt x="802005" y="312420"/>
                  </a:cubicBezTo>
                  <a:cubicBezTo>
                    <a:pt x="819785" y="278130"/>
                    <a:pt x="828675" y="242570"/>
                    <a:pt x="828675" y="205740"/>
                  </a:cubicBezTo>
                  <a:cubicBezTo>
                    <a:pt x="828675" y="171450"/>
                    <a:pt x="819468" y="143510"/>
                    <a:pt x="801053" y="121920"/>
                  </a:cubicBezTo>
                  <a:cubicBezTo>
                    <a:pt x="782638" y="100330"/>
                    <a:pt x="753110" y="89535"/>
                    <a:pt x="712470" y="89535"/>
                  </a:cubicBezTo>
                  <a:cubicBezTo>
                    <a:pt x="645160" y="89535"/>
                    <a:pt x="581025" y="135573"/>
                    <a:pt x="520065" y="227648"/>
                  </a:cubicBezTo>
                  <a:cubicBezTo>
                    <a:pt x="459105" y="319723"/>
                    <a:pt x="409893" y="435610"/>
                    <a:pt x="372428" y="575310"/>
                  </a:cubicBezTo>
                  <a:cubicBezTo>
                    <a:pt x="334963" y="715010"/>
                    <a:pt x="316230" y="849630"/>
                    <a:pt x="316230" y="979170"/>
                  </a:cubicBezTo>
                  <a:cubicBezTo>
                    <a:pt x="316230" y="1075690"/>
                    <a:pt x="332740" y="1149350"/>
                    <a:pt x="365760" y="1200150"/>
                  </a:cubicBezTo>
                  <a:cubicBezTo>
                    <a:pt x="398780" y="1250950"/>
                    <a:pt x="458470" y="1276350"/>
                    <a:pt x="544830" y="1276350"/>
                  </a:cubicBezTo>
                  <a:cubicBezTo>
                    <a:pt x="619760" y="1276350"/>
                    <a:pt x="688975" y="1259840"/>
                    <a:pt x="752475" y="1226820"/>
                  </a:cubicBezTo>
                  <a:cubicBezTo>
                    <a:pt x="800100" y="1202055"/>
                    <a:pt x="842725" y="1169432"/>
                    <a:pt x="880348" y="1128951"/>
                  </a:cubicBezTo>
                  <a:lnTo>
                    <a:pt x="880438" y="1128844"/>
                  </a:lnTo>
                  <a:lnTo>
                    <a:pt x="883444" y="1068824"/>
                  </a:lnTo>
                  <a:cubicBezTo>
                    <a:pt x="890112" y="1000482"/>
                    <a:pt x="906780" y="926783"/>
                    <a:pt x="933450" y="847725"/>
                  </a:cubicBezTo>
                  <a:cubicBezTo>
                    <a:pt x="969010" y="742315"/>
                    <a:pt x="1026160" y="651193"/>
                    <a:pt x="1104900" y="574358"/>
                  </a:cubicBezTo>
                  <a:cubicBezTo>
                    <a:pt x="1183640" y="497523"/>
                    <a:pt x="1282700" y="459105"/>
                    <a:pt x="1402080" y="459105"/>
                  </a:cubicBezTo>
                  <a:cubicBezTo>
                    <a:pt x="1564640" y="459105"/>
                    <a:pt x="1645920" y="560705"/>
                    <a:pt x="1645920" y="763905"/>
                  </a:cubicBezTo>
                  <a:lnTo>
                    <a:pt x="1645920" y="765810"/>
                  </a:lnTo>
                  <a:cubicBezTo>
                    <a:pt x="1649730" y="767080"/>
                    <a:pt x="1656715" y="767715"/>
                    <a:pt x="1666875" y="767715"/>
                  </a:cubicBezTo>
                  <a:cubicBezTo>
                    <a:pt x="1708785" y="767715"/>
                    <a:pt x="1757045" y="756603"/>
                    <a:pt x="1811655" y="734378"/>
                  </a:cubicBezTo>
                  <a:lnTo>
                    <a:pt x="1827704" y="727332"/>
                  </a:lnTo>
                  <a:lnTo>
                    <a:pt x="1846422" y="693896"/>
                  </a:lnTo>
                  <a:cubicBezTo>
                    <a:pt x="1874362" y="650081"/>
                    <a:pt x="1906905" y="610235"/>
                    <a:pt x="1944053" y="574358"/>
                  </a:cubicBezTo>
                  <a:cubicBezTo>
                    <a:pt x="2018348" y="502603"/>
                    <a:pt x="2106930" y="466725"/>
                    <a:pt x="2209800" y="466725"/>
                  </a:cubicBezTo>
                  <a:cubicBezTo>
                    <a:pt x="2261870" y="466725"/>
                    <a:pt x="2300605" y="475615"/>
                    <a:pt x="2326005" y="493395"/>
                  </a:cubicBezTo>
                  <a:cubicBezTo>
                    <a:pt x="2351405" y="511175"/>
                    <a:pt x="2364105" y="534670"/>
                    <a:pt x="2364105" y="563880"/>
                  </a:cubicBezTo>
                  <a:lnTo>
                    <a:pt x="2364105" y="571500"/>
                  </a:lnTo>
                  <a:lnTo>
                    <a:pt x="2457450" y="133350"/>
                  </a:lnTo>
                  <a:lnTo>
                    <a:pt x="2739390" y="95250"/>
                  </a:lnTo>
                  <a:lnTo>
                    <a:pt x="2520315" y="1123950"/>
                  </a:lnTo>
                  <a:cubicBezTo>
                    <a:pt x="2515235" y="1143000"/>
                    <a:pt x="2512695" y="1163320"/>
                    <a:pt x="2512695" y="1184910"/>
                  </a:cubicBezTo>
                  <a:cubicBezTo>
                    <a:pt x="2512695" y="1210310"/>
                    <a:pt x="2518728" y="1228408"/>
                    <a:pt x="2530793" y="1239203"/>
                  </a:cubicBezTo>
                  <a:cubicBezTo>
                    <a:pt x="2542858" y="1249998"/>
                    <a:pt x="2562860" y="1255395"/>
                    <a:pt x="2590800" y="1255395"/>
                  </a:cubicBezTo>
                  <a:cubicBezTo>
                    <a:pt x="2626360" y="1255395"/>
                    <a:pt x="2657157" y="1240155"/>
                    <a:pt x="2683193" y="1209675"/>
                  </a:cubicBezTo>
                  <a:cubicBezTo>
                    <a:pt x="2696210" y="1194435"/>
                    <a:pt x="2707878" y="1176655"/>
                    <a:pt x="2718197" y="1156335"/>
                  </a:cubicBezTo>
                  <a:lnTo>
                    <a:pt x="2720769" y="1150576"/>
                  </a:lnTo>
                  <a:lnTo>
                    <a:pt x="2720340" y="1137285"/>
                  </a:lnTo>
                  <a:cubicBezTo>
                    <a:pt x="2720340" y="1049655"/>
                    <a:pt x="2737485" y="953135"/>
                    <a:pt x="2771775" y="847725"/>
                  </a:cubicBezTo>
                  <a:cubicBezTo>
                    <a:pt x="2806065" y="742315"/>
                    <a:pt x="2861945" y="651193"/>
                    <a:pt x="2939415" y="574358"/>
                  </a:cubicBezTo>
                  <a:cubicBezTo>
                    <a:pt x="3016885" y="497523"/>
                    <a:pt x="3115310" y="459105"/>
                    <a:pt x="3234690" y="459105"/>
                  </a:cubicBezTo>
                  <a:cubicBezTo>
                    <a:pt x="3374390" y="459105"/>
                    <a:pt x="3444240" y="520065"/>
                    <a:pt x="3444240" y="641985"/>
                  </a:cubicBezTo>
                  <a:cubicBezTo>
                    <a:pt x="3444240" y="713105"/>
                    <a:pt x="3423920" y="778510"/>
                    <a:pt x="3383280" y="838200"/>
                  </a:cubicBezTo>
                  <a:cubicBezTo>
                    <a:pt x="3342640" y="897890"/>
                    <a:pt x="3288665" y="945833"/>
                    <a:pt x="3221355" y="982028"/>
                  </a:cubicBezTo>
                  <a:cubicBezTo>
                    <a:pt x="3154045" y="1018223"/>
                    <a:pt x="3082290" y="1038860"/>
                    <a:pt x="3006090" y="1043940"/>
                  </a:cubicBezTo>
                  <a:cubicBezTo>
                    <a:pt x="3003550" y="1082040"/>
                    <a:pt x="3002280" y="1107440"/>
                    <a:pt x="3002280" y="1120140"/>
                  </a:cubicBezTo>
                  <a:cubicBezTo>
                    <a:pt x="3002280" y="1182370"/>
                    <a:pt x="3013075" y="1224598"/>
                    <a:pt x="3034665" y="1246823"/>
                  </a:cubicBezTo>
                  <a:cubicBezTo>
                    <a:pt x="3056255" y="1269048"/>
                    <a:pt x="3091180" y="1280160"/>
                    <a:pt x="3139440" y="1280160"/>
                  </a:cubicBezTo>
                  <a:cubicBezTo>
                    <a:pt x="3208020" y="1280160"/>
                    <a:pt x="3266757" y="1264285"/>
                    <a:pt x="3315653" y="1232535"/>
                  </a:cubicBezTo>
                  <a:cubicBezTo>
                    <a:pt x="3364547" y="1200785"/>
                    <a:pt x="3418205" y="1152525"/>
                    <a:pt x="3476625" y="1087755"/>
                  </a:cubicBezTo>
                  <a:lnTo>
                    <a:pt x="3541395" y="1087755"/>
                  </a:lnTo>
                  <a:cubicBezTo>
                    <a:pt x="3400425" y="1322705"/>
                    <a:pt x="3225800" y="1440180"/>
                    <a:pt x="3017520" y="1440180"/>
                  </a:cubicBezTo>
                  <a:cubicBezTo>
                    <a:pt x="2923540" y="1440180"/>
                    <a:pt x="2850515" y="1415733"/>
                    <a:pt x="2798445" y="1366838"/>
                  </a:cubicBezTo>
                  <a:cubicBezTo>
                    <a:pt x="2772410" y="1342390"/>
                    <a:pt x="2752884" y="1311037"/>
                    <a:pt x="2739867" y="1272778"/>
                  </a:cubicBezTo>
                  <a:lnTo>
                    <a:pt x="2738203" y="1266939"/>
                  </a:lnTo>
                  <a:lnTo>
                    <a:pt x="2737790" y="1267577"/>
                  </a:lnTo>
                  <a:cubicBezTo>
                    <a:pt x="2662974" y="1375026"/>
                    <a:pt x="2564448" y="1428750"/>
                    <a:pt x="2442210" y="1428750"/>
                  </a:cubicBezTo>
                  <a:cubicBezTo>
                    <a:pt x="2390140" y="1428750"/>
                    <a:pt x="2347913" y="1414780"/>
                    <a:pt x="2315528" y="1386840"/>
                  </a:cubicBezTo>
                  <a:cubicBezTo>
                    <a:pt x="2283143" y="1358900"/>
                    <a:pt x="2263140" y="1318260"/>
                    <a:pt x="2255520" y="1264920"/>
                  </a:cubicBezTo>
                  <a:cubicBezTo>
                    <a:pt x="2222500" y="1315720"/>
                    <a:pt x="2182813" y="1357630"/>
                    <a:pt x="2136458" y="1390650"/>
                  </a:cubicBezTo>
                  <a:cubicBezTo>
                    <a:pt x="2090103" y="1423670"/>
                    <a:pt x="2035810" y="1440180"/>
                    <a:pt x="1973580" y="1440180"/>
                  </a:cubicBezTo>
                  <a:cubicBezTo>
                    <a:pt x="1901190" y="1440180"/>
                    <a:pt x="1840865" y="1415415"/>
                    <a:pt x="1792605" y="1365885"/>
                  </a:cubicBezTo>
                  <a:cubicBezTo>
                    <a:pt x="1744345" y="1316355"/>
                    <a:pt x="1720215" y="1238885"/>
                    <a:pt x="1720215" y="1133475"/>
                  </a:cubicBezTo>
                  <a:cubicBezTo>
                    <a:pt x="1720215" y="1039495"/>
                    <a:pt x="1738948" y="940753"/>
                    <a:pt x="1776413" y="837248"/>
                  </a:cubicBezTo>
                  <a:lnTo>
                    <a:pt x="1781042" y="826295"/>
                  </a:lnTo>
                  <a:lnTo>
                    <a:pt x="1740932" y="839867"/>
                  </a:lnTo>
                  <a:cubicBezTo>
                    <a:pt x="1708706" y="849551"/>
                    <a:pt x="1675130" y="857250"/>
                    <a:pt x="1640205" y="862965"/>
                  </a:cubicBezTo>
                  <a:cubicBezTo>
                    <a:pt x="1630045" y="978535"/>
                    <a:pt x="1604010" y="1079500"/>
                    <a:pt x="1562100" y="1165860"/>
                  </a:cubicBezTo>
                  <a:cubicBezTo>
                    <a:pt x="1520190" y="1252220"/>
                    <a:pt x="1466215" y="1318895"/>
                    <a:pt x="1400175" y="1365885"/>
                  </a:cubicBezTo>
                  <a:cubicBezTo>
                    <a:pt x="1334135" y="1412875"/>
                    <a:pt x="1262380" y="1436370"/>
                    <a:pt x="1184910" y="1436370"/>
                  </a:cubicBezTo>
                  <a:cubicBezTo>
                    <a:pt x="1090930" y="1436370"/>
                    <a:pt x="1016635" y="1412240"/>
                    <a:pt x="962025" y="1363980"/>
                  </a:cubicBezTo>
                  <a:cubicBezTo>
                    <a:pt x="927894" y="1333818"/>
                    <a:pt x="904429" y="1292741"/>
                    <a:pt x="891630" y="1240750"/>
                  </a:cubicBezTo>
                  <a:lnTo>
                    <a:pt x="889405" y="1229453"/>
                  </a:lnTo>
                  <a:lnTo>
                    <a:pt x="862965" y="1262420"/>
                  </a:lnTo>
                  <a:cubicBezTo>
                    <a:pt x="849313" y="1277422"/>
                    <a:pt x="834708" y="1291590"/>
                    <a:pt x="819150" y="1304925"/>
                  </a:cubicBezTo>
                  <a:cubicBezTo>
                    <a:pt x="756920" y="1358265"/>
                    <a:pt x="690245" y="1397318"/>
                    <a:pt x="619125" y="1422083"/>
                  </a:cubicBezTo>
                  <a:cubicBezTo>
                    <a:pt x="548005" y="1446848"/>
                    <a:pt x="480695" y="1459230"/>
                    <a:pt x="417195" y="1459230"/>
                  </a:cubicBezTo>
                  <a:cubicBezTo>
                    <a:pt x="273685" y="1459230"/>
                    <a:pt x="168275" y="1423035"/>
                    <a:pt x="100965" y="1350645"/>
                  </a:cubicBezTo>
                  <a:cubicBezTo>
                    <a:pt x="33655" y="1278255"/>
                    <a:pt x="0" y="1158240"/>
                    <a:pt x="0" y="990600"/>
                  </a:cubicBezTo>
                  <a:cubicBezTo>
                    <a:pt x="0" y="857250"/>
                    <a:pt x="22543" y="713740"/>
                    <a:pt x="67628" y="560070"/>
                  </a:cubicBezTo>
                  <a:cubicBezTo>
                    <a:pt x="112713" y="406400"/>
                    <a:pt x="185103" y="274638"/>
                    <a:pt x="284798" y="164783"/>
                  </a:cubicBezTo>
                  <a:cubicBezTo>
                    <a:pt x="384493" y="54928"/>
                    <a:pt x="511175" y="0"/>
                    <a:pt x="664845" y="0"/>
                  </a:cubicBezTo>
                  <a:close/>
                </a:path>
              </a:pathLst>
            </a:custGeom>
            <a:gradFill>
              <a:gsLst>
                <a:gs pos="90000">
                  <a:srgbClr val="E8FAF4"/>
                </a:gs>
                <a:gs pos="20000">
                  <a:srgbClr val="00A8E8"/>
                </a:gs>
                <a:gs pos="10000">
                  <a:srgbClr val="17C3B2"/>
                </a:gs>
                <a:gs pos="0">
                  <a:srgbClr val="7BE7C7"/>
                </a:gs>
                <a:gs pos="40000">
                  <a:srgbClr val="28C985"/>
                </a:gs>
                <a:gs pos="30000">
                  <a:srgbClr val="12A36A"/>
                </a:gs>
                <a:gs pos="70000">
                  <a:srgbClr val="59E3B2"/>
                </a:gs>
                <a:gs pos="80000">
                  <a:srgbClr val="0F8F7A"/>
                </a:gs>
                <a:gs pos="60000">
                  <a:srgbClr val="7BE7C7"/>
                </a:gs>
                <a:gs pos="50000">
                  <a:srgbClr val="0B7A75">
                    <a:alpha val="98824"/>
                  </a:srgbClr>
                </a:gs>
              </a:gsLst>
              <a:lin ang="189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6669CFCB-DE30-A4B5-2A40-AF0E893C0934}"/>
                </a:ext>
              </a:extLst>
            </p:cNvPr>
            <p:cNvSpPr/>
            <p:nvPr/>
          </p:nvSpPr>
          <p:spPr>
            <a:xfrm>
              <a:off x="1874523" y="2972909"/>
              <a:ext cx="4187611" cy="1467714"/>
            </a:xfrm>
            <a:custGeom>
              <a:avLst/>
              <a:gdLst/>
              <a:ahLst/>
              <a:cxnLst/>
              <a:rect l="l" t="t" r="r" b="b"/>
              <a:pathLst>
                <a:path w="4187611" h="1467714">
                  <a:moveTo>
                    <a:pt x="2402472" y="609928"/>
                  </a:moveTo>
                  <a:cubicBezTo>
                    <a:pt x="2359253" y="609928"/>
                    <a:pt x="2318920" y="637139"/>
                    <a:pt x="2281475" y="691560"/>
                  </a:cubicBezTo>
                  <a:cubicBezTo>
                    <a:pt x="2244030" y="745982"/>
                    <a:pt x="2214403" y="812880"/>
                    <a:pt x="2192595" y="892255"/>
                  </a:cubicBezTo>
                  <a:cubicBezTo>
                    <a:pt x="2170787" y="971630"/>
                    <a:pt x="2159883" y="1041857"/>
                    <a:pt x="2159883" y="1102936"/>
                  </a:cubicBezTo>
                  <a:cubicBezTo>
                    <a:pt x="2159883" y="1160840"/>
                    <a:pt x="2167096" y="1196752"/>
                    <a:pt x="2181522" y="1210673"/>
                  </a:cubicBezTo>
                  <a:cubicBezTo>
                    <a:pt x="2195949" y="1224593"/>
                    <a:pt x="2213530" y="1231553"/>
                    <a:pt x="2234267" y="1231553"/>
                  </a:cubicBezTo>
                  <a:cubicBezTo>
                    <a:pt x="2259846" y="1231553"/>
                    <a:pt x="2286332" y="1218412"/>
                    <a:pt x="2313726" y="1192129"/>
                  </a:cubicBezTo>
                  <a:cubicBezTo>
                    <a:pt x="2341121" y="1165846"/>
                    <a:pt x="2360086" y="1128723"/>
                    <a:pt x="2370623" y="1080761"/>
                  </a:cubicBezTo>
                  <a:lnTo>
                    <a:pt x="2460039" y="659756"/>
                  </a:lnTo>
                  <a:cubicBezTo>
                    <a:pt x="2460039" y="649437"/>
                    <a:pt x="2455455" y="638553"/>
                    <a:pt x="2446287" y="627103"/>
                  </a:cubicBezTo>
                  <a:cubicBezTo>
                    <a:pt x="2437120" y="615653"/>
                    <a:pt x="2422515" y="609928"/>
                    <a:pt x="2402472" y="609928"/>
                  </a:cubicBezTo>
                  <a:close/>
                  <a:moveTo>
                    <a:pt x="4081819" y="170022"/>
                  </a:moveTo>
                  <a:lnTo>
                    <a:pt x="4018270" y="467202"/>
                  </a:lnTo>
                  <a:lnTo>
                    <a:pt x="4130397" y="467202"/>
                  </a:lnTo>
                  <a:lnTo>
                    <a:pt x="4111823" y="578138"/>
                  </a:lnTo>
                  <a:lnTo>
                    <a:pt x="3999547" y="578138"/>
                  </a:lnTo>
                  <a:lnTo>
                    <a:pt x="3883431" y="1122581"/>
                  </a:lnTo>
                  <a:cubicBezTo>
                    <a:pt x="3878649" y="1140480"/>
                    <a:pt x="3876258" y="1159471"/>
                    <a:pt x="3876258" y="1179553"/>
                  </a:cubicBezTo>
                  <a:cubicBezTo>
                    <a:pt x="3876258" y="1199972"/>
                    <a:pt x="3880237" y="1213743"/>
                    <a:pt x="3888194" y="1220867"/>
                  </a:cubicBezTo>
                  <a:cubicBezTo>
                    <a:pt x="3896151" y="1227991"/>
                    <a:pt x="3911361" y="1231553"/>
                    <a:pt x="3933825" y="1231553"/>
                  </a:cubicBezTo>
                  <a:cubicBezTo>
                    <a:pt x="3964483" y="1231553"/>
                    <a:pt x="3993842" y="1217806"/>
                    <a:pt x="4021901" y="1190313"/>
                  </a:cubicBezTo>
                  <a:cubicBezTo>
                    <a:pt x="4049960" y="1162819"/>
                    <a:pt x="4071689" y="1121748"/>
                    <a:pt x="4087088" y="1067098"/>
                  </a:cubicBezTo>
                  <a:lnTo>
                    <a:pt x="4187611" y="1067098"/>
                  </a:lnTo>
                  <a:lnTo>
                    <a:pt x="4187611" y="1099688"/>
                  </a:lnTo>
                  <a:lnTo>
                    <a:pt x="4160740" y="1173087"/>
                  </a:lnTo>
                  <a:cubicBezTo>
                    <a:pt x="4119390" y="1269306"/>
                    <a:pt x="4070397" y="1336217"/>
                    <a:pt x="4013760" y="1373818"/>
                  </a:cubicBezTo>
                  <a:cubicBezTo>
                    <a:pt x="3938245" y="1423953"/>
                    <a:pt x="3863012" y="1449021"/>
                    <a:pt x="3788062" y="1449021"/>
                  </a:cubicBezTo>
                  <a:cubicBezTo>
                    <a:pt x="3722836" y="1449021"/>
                    <a:pt x="3670027" y="1428478"/>
                    <a:pt x="3629635" y="1387391"/>
                  </a:cubicBezTo>
                  <a:cubicBezTo>
                    <a:pt x="3589243" y="1346305"/>
                    <a:pt x="3569047" y="1285746"/>
                    <a:pt x="3569047" y="1205717"/>
                  </a:cubicBezTo>
                  <a:cubicBezTo>
                    <a:pt x="3569047" y="1173411"/>
                    <a:pt x="3574435" y="1130300"/>
                    <a:pt x="3585209" y="1076385"/>
                  </a:cubicBezTo>
                  <a:lnTo>
                    <a:pt x="3696116" y="578138"/>
                  </a:lnTo>
                  <a:lnTo>
                    <a:pt x="3634442" y="578138"/>
                  </a:lnTo>
                  <a:lnTo>
                    <a:pt x="3652480" y="467202"/>
                  </a:lnTo>
                  <a:lnTo>
                    <a:pt x="3714333" y="467202"/>
                  </a:lnTo>
                  <a:lnTo>
                    <a:pt x="3769965" y="211426"/>
                  </a:lnTo>
                  <a:close/>
                  <a:moveTo>
                    <a:pt x="671274" y="0"/>
                  </a:moveTo>
                  <a:cubicBezTo>
                    <a:pt x="769044" y="0"/>
                    <a:pt x="848672" y="22057"/>
                    <a:pt x="910158" y="66169"/>
                  </a:cubicBezTo>
                  <a:cubicBezTo>
                    <a:pt x="971644" y="110282"/>
                    <a:pt x="1002387" y="177413"/>
                    <a:pt x="1002387" y="267564"/>
                  </a:cubicBezTo>
                  <a:cubicBezTo>
                    <a:pt x="1002387" y="325051"/>
                    <a:pt x="990277" y="371252"/>
                    <a:pt x="966058" y="406167"/>
                  </a:cubicBezTo>
                  <a:cubicBezTo>
                    <a:pt x="941839" y="441082"/>
                    <a:pt x="904001" y="458540"/>
                    <a:pt x="852547" y="458540"/>
                  </a:cubicBezTo>
                  <a:cubicBezTo>
                    <a:pt x="801449" y="458540"/>
                    <a:pt x="759589" y="434281"/>
                    <a:pt x="726965" y="385763"/>
                  </a:cubicBezTo>
                  <a:cubicBezTo>
                    <a:pt x="752326" y="369809"/>
                    <a:pt x="772993" y="346433"/>
                    <a:pt x="788967" y="315635"/>
                  </a:cubicBezTo>
                  <a:cubicBezTo>
                    <a:pt x="804941" y="284838"/>
                    <a:pt x="812929" y="252621"/>
                    <a:pt x="812929" y="218986"/>
                  </a:cubicBezTo>
                  <a:cubicBezTo>
                    <a:pt x="812929" y="190193"/>
                    <a:pt x="805572" y="167169"/>
                    <a:pt x="790857" y="149915"/>
                  </a:cubicBezTo>
                  <a:cubicBezTo>
                    <a:pt x="776143" y="132661"/>
                    <a:pt x="751850" y="124034"/>
                    <a:pt x="717976" y="124034"/>
                  </a:cubicBezTo>
                  <a:cubicBezTo>
                    <a:pt x="658802" y="124034"/>
                    <a:pt x="600471" y="167447"/>
                    <a:pt x="542984" y="254273"/>
                  </a:cubicBezTo>
                  <a:cubicBezTo>
                    <a:pt x="485497" y="341100"/>
                    <a:pt x="438680" y="451907"/>
                    <a:pt x="402535" y="586696"/>
                  </a:cubicBezTo>
                  <a:cubicBezTo>
                    <a:pt x="366390" y="721485"/>
                    <a:pt x="348317" y="851823"/>
                    <a:pt x="348317" y="977712"/>
                  </a:cubicBezTo>
                  <a:cubicBezTo>
                    <a:pt x="348317" y="1069688"/>
                    <a:pt x="363096" y="1138412"/>
                    <a:pt x="392653" y="1183883"/>
                  </a:cubicBezTo>
                  <a:cubicBezTo>
                    <a:pt x="422210" y="1229356"/>
                    <a:pt x="475833" y="1252092"/>
                    <a:pt x="553521" y="1252092"/>
                  </a:cubicBezTo>
                  <a:cubicBezTo>
                    <a:pt x="623828" y="1252092"/>
                    <a:pt x="688642" y="1236668"/>
                    <a:pt x="747965" y="1205821"/>
                  </a:cubicBezTo>
                  <a:cubicBezTo>
                    <a:pt x="807288" y="1174974"/>
                    <a:pt x="861675" y="1127473"/>
                    <a:pt x="911125" y="1063318"/>
                  </a:cubicBezTo>
                  <a:lnTo>
                    <a:pt x="923434" y="1068554"/>
                  </a:lnTo>
                  <a:lnTo>
                    <a:pt x="1119723" y="132934"/>
                  </a:lnTo>
                  <a:lnTo>
                    <a:pt x="1431637" y="91530"/>
                  </a:lnTo>
                  <a:lnTo>
                    <a:pt x="1330732" y="562481"/>
                  </a:lnTo>
                  <a:cubicBezTo>
                    <a:pt x="1374308" y="493981"/>
                    <a:pt x="1440835" y="459731"/>
                    <a:pt x="1530310" y="459731"/>
                  </a:cubicBezTo>
                  <a:cubicBezTo>
                    <a:pt x="1598930" y="459731"/>
                    <a:pt x="1653832" y="478949"/>
                    <a:pt x="1695018" y="517387"/>
                  </a:cubicBezTo>
                  <a:cubicBezTo>
                    <a:pt x="1736204" y="555824"/>
                    <a:pt x="1756797" y="612706"/>
                    <a:pt x="1756797" y="688033"/>
                  </a:cubicBezTo>
                  <a:cubicBezTo>
                    <a:pt x="1756797" y="724744"/>
                    <a:pt x="1752208" y="766381"/>
                    <a:pt x="1743030" y="812944"/>
                  </a:cubicBezTo>
                  <a:cubicBezTo>
                    <a:pt x="1733852" y="859508"/>
                    <a:pt x="1721375" y="913527"/>
                    <a:pt x="1705600" y="975003"/>
                  </a:cubicBezTo>
                  <a:cubicBezTo>
                    <a:pt x="1696134" y="1010603"/>
                    <a:pt x="1687354" y="1046986"/>
                    <a:pt x="1679257" y="1084154"/>
                  </a:cubicBezTo>
                  <a:cubicBezTo>
                    <a:pt x="1671161" y="1121321"/>
                    <a:pt x="1667113" y="1150005"/>
                    <a:pt x="1667113" y="1170206"/>
                  </a:cubicBezTo>
                  <a:cubicBezTo>
                    <a:pt x="1667113" y="1191598"/>
                    <a:pt x="1671096" y="1207170"/>
                    <a:pt x="1679064" y="1216923"/>
                  </a:cubicBezTo>
                  <a:cubicBezTo>
                    <a:pt x="1687031" y="1226677"/>
                    <a:pt x="1701611" y="1231553"/>
                    <a:pt x="1722804" y="1231553"/>
                  </a:cubicBezTo>
                  <a:cubicBezTo>
                    <a:pt x="1753701" y="1231553"/>
                    <a:pt x="1779170" y="1219582"/>
                    <a:pt x="1799213" y="1195641"/>
                  </a:cubicBezTo>
                  <a:cubicBezTo>
                    <a:pt x="1809234" y="1183670"/>
                    <a:pt x="1819838" y="1166973"/>
                    <a:pt x="1831025" y="1145549"/>
                  </a:cubicBezTo>
                  <a:lnTo>
                    <a:pt x="1845904" y="1114713"/>
                  </a:lnTo>
                  <a:lnTo>
                    <a:pt x="1848710" y="1057491"/>
                  </a:lnTo>
                  <a:cubicBezTo>
                    <a:pt x="1855729" y="985057"/>
                    <a:pt x="1873277" y="910055"/>
                    <a:pt x="1901353" y="832485"/>
                  </a:cubicBezTo>
                  <a:cubicBezTo>
                    <a:pt x="1938789" y="729060"/>
                    <a:pt x="1995378" y="640765"/>
                    <a:pt x="2071121" y="567601"/>
                  </a:cubicBezTo>
                  <a:cubicBezTo>
                    <a:pt x="2146865" y="494437"/>
                    <a:pt x="2237998" y="457855"/>
                    <a:pt x="2344519" y="457855"/>
                  </a:cubicBezTo>
                  <a:cubicBezTo>
                    <a:pt x="2399684" y="457855"/>
                    <a:pt x="2441882" y="468085"/>
                    <a:pt x="2471112" y="488544"/>
                  </a:cubicBezTo>
                  <a:cubicBezTo>
                    <a:pt x="2500342" y="509003"/>
                    <a:pt x="2514957" y="536258"/>
                    <a:pt x="2514957" y="570310"/>
                  </a:cubicBezTo>
                  <a:lnTo>
                    <a:pt x="2514957" y="564357"/>
                  </a:lnTo>
                  <a:lnTo>
                    <a:pt x="2500580" y="467202"/>
                  </a:lnTo>
                  <a:lnTo>
                    <a:pt x="2804606" y="467202"/>
                  </a:lnTo>
                  <a:lnTo>
                    <a:pt x="2669738" y="1122670"/>
                  </a:lnTo>
                  <a:cubicBezTo>
                    <a:pt x="2664976" y="1140510"/>
                    <a:pt x="2662594" y="1159471"/>
                    <a:pt x="2662594" y="1179553"/>
                  </a:cubicBezTo>
                  <a:cubicBezTo>
                    <a:pt x="2662594" y="1221681"/>
                    <a:pt x="2681783" y="1242745"/>
                    <a:pt x="2720161" y="1242745"/>
                  </a:cubicBezTo>
                  <a:cubicBezTo>
                    <a:pt x="2748438" y="1242745"/>
                    <a:pt x="2774052" y="1228200"/>
                    <a:pt x="2797001" y="1199109"/>
                  </a:cubicBezTo>
                  <a:cubicBezTo>
                    <a:pt x="2819950" y="1170018"/>
                    <a:pt x="2839839" y="1126014"/>
                    <a:pt x="2856666" y="1067098"/>
                  </a:cubicBezTo>
                  <a:lnTo>
                    <a:pt x="2875467" y="1067098"/>
                  </a:lnTo>
                  <a:lnTo>
                    <a:pt x="2999868" y="467202"/>
                  </a:lnTo>
                  <a:lnTo>
                    <a:pt x="3303895" y="467202"/>
                  </a:lnTo>
                  <a:lnTo>
                    <a:pt x="3279606" y="581174"/>
                  </a:lnTo>
                  <a:cubicBezTo>
                    <a:pt x="3301672" y="547281"/>
                    <a:pt x="3330788" y="519812"/>
                    <a:pt x="3366953" y="498768"/>
                  </a:cubicBezTo>
                  <a:cubicBezTo>
                    <a:pt x="3403118" y="477724"/>
                    <a:pt x="3443029" y="467202"/>
                    <a:pt x="3486685" y="467202"/>
                  </a:cubicBezTo>
                  <a:cubicBezTo>
                    <a:pt x="3532624" y="467202"/>
                    <a:pt x="3568774" y="482878"/>
                    <a:pt x="3595136" y="514231"/>
                  </a:cubicBezTo>
                  <a:cubicBezTo>
                    <a:pt x="3621499" y="545585"/>
                    <a:pt x="3634680" y="582345"/>
                    <a:pt x="3634680" y="624513"/>
                  </a:cubicBezTo>
                  <a:cubicBezTo>
                    <a:pt x="3634680" y="665312"/>
                    <a:pt x="3621107" y="701423"/>
                    <a:pt x="3593961" y="732845"/>
                  </a:cubicBezTo>
                  <a:cubicBezTo>
                    <a:pt x="3566814" y="764268"/>
                    <a:pt x="3529191" y="779979"/>
                    <a:pt x="3481089" y="779979"/>
                  </a:cubicBezTo>
                  <a:cubicBezTo>
                    <a:pt x="3446839" y="779979"/>
                    <a:pt x="3423776" y="771664"/>
                    <a:pt x="3411899" y="755035"/>
                  </a:cubicBezTo>
                  <a:cubicBezTo>
                    <a:pt x="3400023" y="738406"/>
                    <a:pt x="3391594" y="717669"/>
                    <a:pt x="3386613" y="692825"/>
                  </a:cubicBezTo>
                  <a:cubicBezTo>
                    <a:pt x="3382605" y="675383"/>
                    <a:pt x="3379762" y="664989"/>
                    <a:pt x="3378085" y="661646"/>
                  </a:cubicBezTo>
                  <a:cubicBezTo>
                    <a:pt x="3376409" y="658302"/>
                    <a:pt x="3374608" y="656630"/>
                    <a:pt x="3372683" y="656630"/>
                  </a:cubicBezTo>
                  <a:cubicBezTo>
                    <a:pt x="3350180" y="656630"/>
                    <a:pt x="3330887" y="661343"/>
                    <a:pt x="3314804" y="670769"/>
                  </a:cubicBezTo>
                  <a:cubicBezTo>
                    <a:pt x="3298720" y="680195"/>
                    <a:pt x="3278256" y="696248"/>
                    <a:pt x="3253412" y="718930"/>
                  </a:cubicBezTo>
                  <a:lnTo>
                    <a:pt x="3102084" y="1437799"/>
                  </a:lnTo>
                  <a:lnTo>
                    <a:pt x="2798594" y="1437799"/>
                  </a:lnTo>
                  <a:lnTo>
                    <a:pt x="2816369" y="1352083"/>
                  </a:lnTo>
                  <a:lnTo>
                    <a:pt x="2816121" y="1352342"/>
                  </a:lnTo>
                  <a:cubicBezTo>
                    <a:pt x="2807585" y="1360247"/>
                    <a:pt x="2798870" y="1367341"/>
                    <a:pt x="2789976" y="1373624"/>
                  </a:cubicBezTo>
                  <a:cubicBezTo>
                    <a:pt x="2718826" y="1423889"/>
                    <a:pt x="2646967" y="1449021"/>
                    <a:pt x="2574399" y="1449021"/>
                  </a:cubicBezTo>
                  <a:cubicBezTo>
                    <a:pt x="2516792" y="1449021"/>
                    <a:pt x="2470383" y="1432799"/>
                    <a:pt x="2435170" y="1400354"/>
                  </a:cubicBezTo>
                  <a:cubicBezTo>
                    <a:pt x="2399957" y="1367909"/>
                    <a:pt x="2380803" y="1326823"/>
                    <a:pt x="2377707" y="1277095"/>
                  </a:cubicBezTo>
                  <a:cubicBezTo>
                    <a:pt x="2359709" y="1324521"/>
                    <a:pt x="2327324" y="1365032"/>
                    <a:pt x="2280552" y="1398628"/>
                  </a:cubicBezTo>
                  <a:cubicBezTo>
                    <a:pt x="2233781" y="1432223"/>
                    <a:pt x="2177861" y="1449021"/>
                    <a:pt x="2112793" y="1449021"/>
                  </a:cubicBezTo>
                  <a:cubicBezTo>
                    <a:pt x="2036316" y="1449021"/>
                    <a:pt x="1972597" y="1422867"/>
                    <a:pt x="1921639" y="1370559"/>
                  </a:cubicBezTo>
                  <a:cubicBezTo>
                    <a:pt x="1908899" y="1357482"/>
                    <a:pt x="1897752" y="1342643"/>
                    <a:pt x="1888197" y="1326042"/>
                  </a:cubicBezTo>
                  <a:lnTo>
                    <a:pt x="1875583" y="1300865"/>
                  </a:lnTo>
                  <a:lnTo>
                    <a:pt x="1856012" y="1328400"/>
                  </a:lnTo>
                  <a:cubicBezTo>
                    <a:pt x="1841088" y="1347385"/>
                    <a:pt x="1825682" y="1363020"/>
                    <a:pt x="1809794" y="1375306"/>
                  </a:cubicBezTo>
                  <a:cubicBezTo>
                    <a:pt x="1746245" y="1424449"/>
                    <a:pt x="1679872" y="1449021"/>
                    <a:pt x="1610677" y="1449021"/>
                  </a:cubicBezTo>
                  <a:cubicBezTo>
                    <a:pt x="1528603" y="1449021"/>
                    <a:pt x="1468159" y="1426885"/>
                    <a:pt x="1429345" y="1382614"/>
                  </a:cubicBezTo>
                  <a:cubicBezTo>
                    <a:pt x="1390531" y="1338342"/>
                    <a:pt x="1371124" y="1283732"/>
                    <a:pt x="1371124" y="1218784"/>
                  </a:cubicBezTo>
                  <a:cubicBezTo>
                    <a:pt x="1371124" y="1191717"/>
                    <a:pt x="1374388" y="1160855"/>
                    <a:pt x="1380916" y="1126198"/>
                  </a:cubicBezTo>
                  <a:cubicBezTo>
                    <a:pt x="1387445" y="1091541"/>
                    <a:pt x="1394038" y="1059076"/>
                    <a:pt x="1400695" y="1028805"/>
                  </a:cubicBezTo>
                  <a:cubicBezTo>
                    <a:pt x="1407353" y="998533"/>
                    <a:pt x="1411843" y="979349"/>
                    <a:pt x="1414164" y="971253"/>
                  </a:cubicBezTo>
                  <a:cubicBezTo>
                    <a:pt x="1425019" y="923787"/>
                    <a:pt x="1434574" y="880006"/>
                    <a:pt x="1442829" y="839912"/>
                  </a:cubicBezTo>
                  <a:cubicBezTo>
                    <a:pt x="1451084" y="799818"/>
                    <a:pt x="1455211" y="767259"/>
                    <a:pt x="1455211" y="742236"/>
                  </a:cubicBezTo>
                  <a:cubicBezTo>
                    <a:pt x="1455211" y="691396"/>
                    <a:pt x="1439138" y="665977"/>
                    <a:pt x="1406991" y="665977"/>
                  </a:cubicBezTo>
                  <a:cubicBezTo>
                    <a:pt x="1380778" y="665977"/>
                    <a:pt x="1356503" y="680214"/>
                    <a:pt x="1334169" y="708690"/>
                  </a:cubicBezTo>
                  <a:cubicBezTo>
                    <a:pt x="1311835" y="737166"/>
                    <a:pt x="1293614" y="775524"/>
                    <a:pt x="1279505" y="823764"/>
                  </a:cubicBezTo>
                  <a:lnTo>
                    <a:pt x="1149429" y="1437799"/>
                  </a:lnTo>
                  <a:lnTo>
                    <a:pt x="845968" y="1437799"/>
                  </a:lnTo>
                  <a:lnTo>
                    <a:pt x="882448" y="1263916"/>
                  </a:lnTo>
                  <a:lnTo>
                    <a:pt x="879807" y="1267384"/>
                  </a:lnTo>
                  <a:cubicBezTo>
                    <a:pt x="865868" y="1283283"/>
                    <a:pt x="850991" y="1298010"/>
                    <a:pt x="835178" y="1311563"/>
                  </a:cubicBezTo>
                  <a:cubicBezTo>
                    <a:pt x="771926" y="1365776"/>
                    <a:pt x="704488" y="1405355"/>
                    <a:pt x="632861" y="1430298"/>
                  </a:cubicBezTo>
                  <a:cubicBezTo>
                    <a:pt x="561235" y="1455242"/>
                    <a:pt x="493057" y="1467714"/>
                    <a:pt x="428327" y="1467714"/>
                  </a:cubicBezTo>
                  <a:cubicBezTo>
                    <a:pt x="281900" y="1467714"/>
                    <a:pt x="173905" y="1430303"/>
                    <a:pt x="104343" y="1355482"/>
                  </a:cubicBezTo>
                  <a:cubicBezTo>
                    <a:pt x="34781" y="1280662"/>
                    <a:pt x="0" y="1158479"/>
                    <a:pt x="0" y="988934"/>
                  </a:cubicBezTo>
                  <a:cubicBezTo>
                    <a:pt x="0" y="856238"/>
                    <a:pt x="22369" y="713666"/>
                    <a:pt x="67106" y="561216"/>
                  </a:cubicBezTo>
                  <a:cubicBezTo>
                    <a:pt x="111844" y="408767"/>
                    <a:pt x="184507" y="277118"/>
                    <a:pt x="285095" y="166271"/>
                  </a:cubicBezTo>
                  <a:cubicBezTo>
                    <a:pt x="385683" y="55424"/>
                    <a:pt x="514409" y="0"/>
                    <a:pt x="671274" y="0"/>
                  </a:cubicBezTo>
                  <a:close/>
                </a:path>
              </a:pathLst>
            </a:custGeom>
            <a:gradFill flip="none" rotWithShape="1">
              <a:gsLst>
                <a:gs pos="20000">
                  <a:srgbClr val="005BEA"/>
                </a:gs>
                <a:gs pos="30000">
                  <a:srgbClr val="008FE8"/>
                </a:gs>
                <a:gs pos="10000">
                  <a:srgbClr val="00C9FF"/>
                </a:gs>
                <a:gs pos="0">
                  <a:srgbClr val="0066CC"/>
                </a:gs>
                <a:gs pos="40000">
                  <a:srgbClr val="1597D3"/>
                </a:gs>
                <a:gs pos="40000">
                  <a:srgbClr val="17B6D9"/>
                </a:gs>
                <a:gs pos="50000">
                  <a:schemeClr val="tx2">
                    <a:lumMod val="50000"/>
                    <a:lumOff val="50000"/>
                  </a:schemeClr>
                </a:gs>
                <a:gs pos="85000">
                  <a:srgbClr val="42D7A5"/>
                </a:gs>
                <a:gs pos="69000">
                  <a:srgbClr val="18A0C8"/>
                </a:gs>
                <a:gs pos="60000">
                  <a:srgbClr val="7BE7C7"/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22959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63B4A-49BF-4A32-FFBE-C41DF2997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C48DA0AC-DB24-71BA-5B5D-1A852ECEC02C}"/>
              </a:ext>
            </a:extLst>
          </p:cNvPr>
          <p:cNvGrpSpPr/>
          <p:nvPr/>
        </p:nvGrpSpPr>
        <p:grpSpPr>
          <a:xfrm>
            <a:off x="1826262" y="2624766"/>
            <a:ext cx="8539475" cy="1467714"/>
            <a:chOff x="1874523" y="2972909"/>
            <a:chExt cx="8539475" cy="1467714"/>
          </a:xfrm>
        </p:grpSpPr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F3DEC22A-F42E-A743-F571-27F11AA306A8}"/>
                </a:ext>
              </a:extLst>
            </p:cNvPr>
            <p:cNvSpPr/>
            <p:nvPr/>
          </p:nvSpPr>
          <p:spPr>
            <a:xfrm>
              <a:off x="6002867" y="2989013"/>
              <a:ext cx="922020" cy="1451610"/>
            </a:xfrm>
            <a:custGeom>
              <a:avLst/>
              <a:gdLst/>
              <a:ahLst/>
              <a:cxnLst/>
              <a:rect l="l" t="t" r="r" b="b"/>
              <a:pathLst>
                <a:path w="922020" h="1451610">
                  <a:moveTo>
                    <a:pt x="552450" y="0"/>
                  </a:moveTo>
                  <a:cubicBezTo>
                    <a:pt x="662940" y="0"/>
                    <a:pt x="752158" y="30798"/>
                    <a:pt x="820103" y="92393"/>
                  </a:cubicBezTo>
                  <a:cubicBezTo>
                    <a:pt x="888048" y="153987"/>
                    <a:pt x="922020" y="238760"/>
                    <a:pt x="922020" y="346710"/>
                  </a:cubicBezTo>
                  <a:cubicBezTo>
                    <a:pt x="922020" y="415290"/>
                    <a:pt x="904558" y="478790"/>
                    <a:pt x="869633" y="537210"/>
                  </a:cubicBezTo>
                  <a:cubicBezTo>
                    <a:pt x="834708" y="595630"/>
                    <a:pt x="791845" y="647700"/>
                    <a:pt x="741045" y="693420"/>
                  </a:cubicBezTo>
                  <a:cubicBezTo>
                    <a:pt x="690245" y="739140"/>
                    <a:pt x="622300" y="794385"/>
                    <a:pt x="537210" y="859155"/>
                  </a:cubicBezTo>
                  <a:cubicBezTo>
                    <a:pt x="453390" y="922655"/>
                    <a:pt x="386715" y="977265"/>
                    <a:pt x="337185" y="1022985"/>
                  </a:cubicBezTo>
                  <a:cubicBezTo>
                    <a:pt x="287655" y="1068705"/>
                    <a:pt x="249555" y="1116965"/>
                    <a:pt x="222885" y="1167765"/>
                  </a:cubicBezTo>
                  <a:cubicBezTo>
                    <a:pt x="259715" y="1157605"/>
                    <a:pt x="299085" y="1152525"/>
                    <a:pt x="340995" y="1152525"/>
                  </a:cubicBezTo>
                  <a:cubicBezTo>
                    <a:pt x="371475" y="1152525"/>
                    <a:pt x="403225" y="1155065"/>
                    <a:pt x="436245" y="1160145"/>
                  </a:cubicBezTo>
                  <a:cubicBezTo>
                    <a:pt x="469265" y="1165225"/>
                    <a:pt x="500380" y="1170940"/>
                    <a:pt x="529590" y="1177290"/>
                  </a:cubicBezTo>
                  <a:cubicBezTo>
                    <a:pt x="534670" y="1178560"/>
                    <a:pt x="551498" y="1182053"/>
                    <a:pt x="580073" y="1187768"/>
                  </a:cubicBezTo>
                  <a:cubicBezTo>
                    <a:pt x="608648" y="1193483"/>
                    <a:pt x="634365" y="1196340"/>
                    <a:pt x="657225" y="1196340"/>
                  </a:cubicBezTo>
                  <a:cubicBezTo>
                    <a:pt x="691515" y="1196340"/>
                    <a:pt x="723265" y="1189038"/>
                    <a:pt x="752475" y="1174433"/>
                  </a:cubicBezTo>
                  <a:cubicBezTo>
                    <a:pt x="781685" y="1159828"/>
                    <a:pt x="812165" y="1134745"/>
                    <a:pt x="843915" y="1099185"/>
                  </a:cubicBezTo>
                  <a:lnTo>
                    <a:pt x="849630" y="1102995"/>
                  </a:lnTo>
                  <a:cubicBezTo>
                    <a:pt x="866140" y="1149985"/>
                    <a:pt x="874395" y="1189355"/>
                    <a:pt x="874395" y="1221105"/>
                  </a:cubicBezTo>
                  <a:cubicBezTo>
                    <a:pt x="874395" y="1265555"/>
                    <a:pt x="862648" y="1305243"/>
                    <a:pt x="839153" y="1340168"/>
                  </a:cubicBezTo>
                  <a:cubicBezTo>
                    <a:pt x="815658" y="1375093"/>
                    <a:pt x="784225" y="1402398"/>
                    <a:pt x="744855" y="1422083"/>
                  </a:cubicBezTo>
                  <a:cubicBezTo>
                    <a:pt x="705485" y="1441768"/>
                    <a:pt x="663575" y="1451610"/>
                    <a:pt x="619125" y="1451610"/>
                  </a:cubicBezTo>
                  <a:cubicBezTo>
                    <a:pt x="593725" y="1451610"/>
                    <a:pt x="567373" y="1448435"/>
                    <a:pt x="540068" y="1442085"/>
                  </a:cubicBezTo>
                  <a:cubicBezTo>
                    <a:pt x="512763" y="1435735"/>
                    <a:pt x="479425" y="1426845"/>
                    <a:pt x="440055" y="1415415"/>
                  </a:cubicBezTo>
                  <a:cubicBezTo>
                    <a:pt x="393065" y="1401445"/>
                    <a:pt x="354330" y="1391285"/>
                    <a:pt x="323850" y="1384935"/>
                  </a:cubicBezTo>
                  <a:cubicBezTo>
                    <a:pt x="293370" y="1378585"/>
                    <a:pt x="261620" y="1375410"/>
                    <a:pt x="228600" y="1375410"/>
                  </a:cubicBezTo>
                  <a:cubicBezTo>
                    <a:pt x="157480" y="1375410"/>
                    <a:pt x="87630" y="1393825"/>
                    <a:pt x="19050" y="1430655"/>
                  </a:cubicBezTo>
                  <a:lnTo>
                    <a:pt x="11430" y="1430655"/>
                  </a:lnTo>
                  <a:cubicBezTo>
                    <a:pt x="3810" y="1400175"/>
                    <a:pt x="0" y="1370330"/>
                    <a:pt x="0" y="1341120"/>
                  </a:cubicBezTo>
                  <a:cubicBezTo>
                    <a:pt x="0" y="1287780"/>
                    <a:pt x="13653" y="1235393"/>
                    <a:pt x="40958" y="1183958"/>
                  </a:cubicBezTo>
                  <a:cubicBezTo>
                    <a:pt x="68263" y="1132523"/>
                    <a:pt x="101600" y="1085215"/>
                    <a:pt x="140970" y="1042035"/>
                  </a:cubicBezTo>
                  <a:cubicBezTo>
                    <a:pt x="180340" y="998855"/>
                    <a:pt x="234315" y="943610"/>
                    <a:pt x="302895" y="876300"/>
                  </a:cubicBezTo>
                  <a:cubicBezTo>
                    <a:pt x="375285" y="806450"/>
                    <a:pt x="433705" y="746443"/>
                    <a:pt x="478155" y="696278"/>
                  </a:cubicBezTo>
                  <a:cubicBezTo>
                    <a:pt x="522605" y="646113"/>
                    <a:pt x="560070" y="590868"/>
                    <a:pt x="590550" y="530543"/>
                  </a:cubicBezTo>
                  <a:cubicBezTo>
                    <a:pt x="621030" y="470218"/>
                    <a:pt x="636270" y="407035"/>
                    <a:pt x="636270" y="340995"/>
                  </a:cubicBezTo>
                  <a:cubicBezTo>
                    <a:pt x="636270" y="268605"/>
                    <a:pt x="624523" y="211455"/>
                    <a:pt x="601028" y="169545"/>
                  </a:cubicBezTo>
                  <a:cubicBezTo>
                    <a:pt x="577533" y="127635"/>
                    <a:pt x="541655" y="106680"/>
                    <a:pt x="493395" y="106680"/>
                  </a:cubicBezTo>
                  <a:cubicBezTo>
                    <a:pt x="448945" y="106680"/>
                    <a:pt x="412750" y="121603"/>
                    <a:pt x="384810" y="151448"/>
                  </a:cubicBezTo>
                  <a:cubicBezTo>
                    <a:pt x="356870" y="181293"/>
                    <a:pt x="342900" y="217805"/>
                    <a:pt x="342900" y="260985"/>
                  </a:cubicBezTo>
                  <a:cubicBezTo>
                    <a:pt x="342900" y="304165"/>
                    <a:pt x="351473" y="342583"/>
                    <a:pt x="368618" y="376238"/>
                  </a:cubicBezTo>
                  <a:cubicBezTo>
                    <a:pt x="385763" y="409893"/>
                    <a:pt x="407670" y="434340"/>
                    <a:pt x="434340" y="449580"/>
                  </a:cubicBezTo>
                  <a:lnTo>
                    <a:pt x="434340" y="457200"/>
                  </a:lnTo>
                  <a:cubicBezTo>
                    <a:pt x="412750" y="477520"/>
                    <a:pt x="389255" y="493395"/>
                    <a:pt x="363855" y="504825"/>
                  </a:cubicBezTo>
                  <a:cubicBezTo>
                    <a:pt x="338455" y="516255"/>
                    <a:pt x="313690" y="521970"/>
                    <a:pt x="289560" y="521970"/>
                  </a:cubicBezTo>
                  <a:cubicBezTo>
                    <a:pt x="250190" y="521970"/>
                    <a:pt x="217488" y="504190"/>
                    <a:pt x="191453" y="468630"/>
                  </a:cubicBezTo>
                  <a:cubicBezTo>
                    <a:pt x="165418" y="433070"/>
                    <a:pt x="152400" y="384810"/>
                    <a:pt x="152400" y="323850"/>
                  </a:cubicBezTo>
                  <a:cubicBezTo>
                    <a:pt x="152400" y="270510"/>
                    <a:pt x="167958" y="219075"/>
                    <a:pt x="199073" y="169545"/>
                  </a:cubicBezTo>
                  <a:cubicBezTo>
                    <a:pt x="230188" y="120015"/>
                    <a:pt x="276225" y="79375"/>
                    <a:pt x="337185" y="47625"/>
                  </a:cubicBezTo>
                  <a:cubicBezTo>
                    <a:pt x="398145" y="15875"/>
                    <a:pt x="469900" y="0"/>
                    <a:pt x="552450" y="0"/>
                  </a:cubicBezTo>
                  <a:close/>
                </a:path>
              </a:pathLst>
            </a:custGeom>
            <a:gradFill flip="none" rotWithShape="1">
              <a:gsLst>
                <a:gs pos="95000">
                  <a:srgbClr val="DFFCF3"/>
                </a:gs>
                <a:gs pos="20000">
                  <a:schemeClr val="bg2"/>
                </a:gs>
                <a:gs pos="10000">
                  <a:schemeClr val="accent2">
                    <a:lumMod val="20000"/>
                    <a:lumOff val="80000"/>
                  </a:schemeClr>
                </a:gs>
                <a:gs pos="0">
                  <a:srgbClr val="F7FFFC"/>
                </a:gs>
                <a:gs pos="46000">
                  <a:srgbClr val="7BE7C7"/>
                </a:gs>
                <a:gs pos="30000">
                  <a:schemeClr val="bg2">
                    <a:lumMod val="90000"/>
                  </a:schemeClr>
                </a:gs>
                <a:gs pos="66500">
                  <a:srgbClr val="DFFCF3"/>
                </a:gs>
                <a:gs pos="83000">
                  <a:schemeClr val="accent3">
                    <a:lumMod val="40000"/>
                    <a:lumOff val="60000"/>
                  </a:schemeClr>
                </a:gs>
                <a:gs pos="72000">
                  <a:srgbClr val="59E3B2"/>
                </a:gs>
                <a:gs pos="56000">
                  <a:schemeClr val="accent6">
                    <a:lumMod val="40000"/>
                    <a:lumOff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E6643F6A-E197-F65D-AA12-D92C49E1008E}"/>
                </a:ext>
              </a:extLst>
            </p:cNvPr>
            <p:cNvSpPr/>
            <p:nvPr/>
          </p:nvSpPr>
          <p:spPr>
            <a:xfrm>
              <a:off x="6872603" y="2972909"/>
              <a:ext cx="3541395" cy="1459230"/>
            </a:xfrm>
            <a:custGeom>
              <a:avLst/>
              <a:gdLst/>
              <a:ahLst/>
              <a:cxnLst/>
              <a:rect l="l" t="t" r="r" b="b"/>
              <a:pathLst>
                <a:path w="3541395" h="1459230">
                  <a:moveTo>
                    <a:pt x="2268855" y="584835"/>
                  </a:moveTo>
                  <a:cubicBezTo>
                    <a:pt x="2218055" y="584835"/>
                    <a:pt x="2172335" y="614363"/>
                    <a:pt x="2131695" y="673418"/>
                  </a:cubicBezTo>
                  <a:cubicBezTo>
                    <a:pt x="2091055" y="732473"/>
                    <a:pt x="2059305" y="803593"/>
                    <a:pt x="2036445" y="886778"/>
                  </a:cubicBezTo>
                  <a:cubicBezTo>
                    <a:pt x="2013585" y="969963"/>
                    <a:pt x="2002155" y="1043305"/>
                    <a:pt x="2002155" y="1106805"/>
                  </a:cubicBezTo>
                  <a:cubicBezTo>
                    <a:pt x="2002155" y="1170305"/>
                    <a:pt x="2011363" y="1210945"/>
                    <a:pt x="2029778" y="1228725"/>
                  </a:cubicBezTo>
                  <a:cubicBezTo>
                    <a:pt x="2048193" y="1246505"/>
                    <a:pt x="2070735" y="1255395"/>
                    <a:pt x="2097405" y="1255395"/>
                  </a:cubicBezTo>
                  <a:cubicBezTo>
                    <a:pt x="2127885" y="1255395"/>
                    <a:pt x="2158683" y="1241425"/>
                    <a:pt x="2189798" y="1213485"/>
                  </a:cubicBezTo>
                  <a:cubicBezTo>
                    <a:pt x="2220913" y="1185545"/>
                    <a:pt x="2242185" y="1146810"/>
                    <a:pt x="2253615" y="1097280"/>
                  </a:cubicBezTo>
                  <a:lnTo>
                    <a:pt x="2253615" y="1087755"/>
                  </a:lnTo>
                  <a:lnTo>
                    <a:pt x="2346960" y="651510"/>
                  </a:lnTo>
                  <a:cubicBezTo>
                    <a:pt x="2335530" y="607060"/>
                    <a:pt x="2309495" y="584835"/>
                    <a:pt x="2268855" y="584835"/>
                  </a:cubicBezTo>
                  <a:close/>
                  <a:moveTo>
                    <a:pt x="1417320" y="575310"/>
                  </a:moveTo>
                  <a:cubicBezTo>
                    <a:pt x="1375410" y="575310"/>
                    <a:pt x="1334770" y="605790"/>
                    <a:pt x="1295400" y="666750"/>
                  </a:cubicBezTo>
                  <a:cubicBezTo>
                    <a:pt x="1256030" y="727710"/>
                    <a:pt x="1224280" y="800735"/>
                    <a:pt x="1200150" y="885825"/>
                  </a:cubicBezTo>
                  <a:cubicBezTo>
                    <a:pt x="1176020" y="970915"/>
                    <a:pt x="1163955" y="1045845"/>
                    <a:pt x="1163955" y="1110615"/>
                  </a:cubicBezTo>
                  <a:cubicBezTo>
                    <a:pt x="1163955" y="1171575"/>
                    <a:pt x="1170940" y="1212533"/>
                    <a:pt x="1184910" y="1233488"/>
                  </a:cubicBezTo>
                  <a:cubicBezTo>
                    <a:pt x="1198880" y="1254443"/>
                    <a:pt x="1224280" y="1264920"/>
                    <a:pt x="1261110" y="1264920"/>
                  </a:cubicBezTo>
                  <a:cubicBezTo>
                    <a:pt x="1291590" y="1264920"/>
                    <a:pt x="1322070" y="1247458"/>
                    <a:pt x="1352550" y="1212533"/>
                  </a:cubicBezTo>
                  <a:cubicBezTo>
                    <a:pt x="1383030" y="1177608"/>
                    <a:pt x="1409700" y="1129983"/>
                    <a:pt x="1432560" y="1069658"/>
                  </a:cubicBezTo>
                  <a:cubicBezTo>
                    <a:pt x="1455420" y="1009333"/>
                    <a:pt x="1471930" y="942340"/>
                    <a:pt x="1482090" y="868680"/>
                  </a:cubicBezTo>
                  <a:cubicBezTo>
                    <a:pt x="1447800" y="861060"/>
                    <a:pt x="1430655" y="834390"/>
                    <a:pt x="1430655" y="788670"/>
                  </a:cubicBezTo>
                  <a:cubicBezTo>
                    <a:pt x="1430655" y="736600"/>
                    <a:pt x="1450340" y="702310"/>
                    <a:pt x="1489710" y="685800"/>
                  </a:cubicBezTo>
                  <a:cubicBezTo>
                    <a:pt x="1487170" y="643890"/>
                    <a:pt x="1480820" y="614998"/>
                    <a:pt x="1470660" y="599123"/>
                  </a:cubicBezTo>
                  <a:cubicBezTo>
                    <a:pt x="1460500" y="583248"/>
                    <a:pt x="1442720" y="575310"/>
                    <a:pt x="1417320" y="575310"/>
                  </a:cubicBezTo>
                  <a:close/>
                  <a:moveTo>
                    <a:pt x="3249930" y="560070"/>
                  </a:moveTo>
                  <a:cubicBezTo>
                    <a:pt x="3204210" y="560070"/>
                    <a:pt x="3159443" y="600075"/>
                    <a:pt x="3115627" y="680085"/>
                  </a:cubicBezTo>
                  <a:cubicBezTo>
                    <a:pt x="3071813" y="760095"/>
                    <a:pt x="3040380" y="850900"/>
                    <a:pt x="3021330" y="952500"/>
                  </a:cubicBezTo>
                  <a:cubicBezTo>
                    <a:pt x="3068320" y="949960"/>
                    <a:pt x="3113087" y="933450"/>
                    <a:pt x="3155633" y="902970"/>
                  </a:cubicBezTo>
                  <a:cubicBezTo>
                    <a:pt x="3198178" y="872490"/>
                    <a:pt x="3232468" y="833755"/>
                    <a:pt x="3258503" y="786765"/>
                  </a:cubicBezTo>
                  <a:cubicBezTo>
                    <a:pt x="3284537" y="739775"/>
                    <a:pt x="3297555" y="690245"/>
                    <a:pt x="3297555" y="638175"/>
                  </a:cubicBezTo>
                  <a:cubicBezTo>
                    <a:pt x="3297555" y="586105"/>
                    <a:pt x="3281680" y="560070"/>
                    <a:pt x="3249930" y="560070"/>
                  </a:cubicBezTo>
                  <a:close/>
                  <a:moveTo>
                    <a:pt x="664845" y="0"/>
                  </a:moveTo>
                  <a:cubicBezTo>
                    <a:pt x="760095" y="0"/>
                    <a:pt x="836930" y="20955"/>
                    <a:pt x="895350" y="62865"/>
                  </a:cubicBezTo>
                  <a:cubicBezTo>
                    <a:pt x="953770" y="104775"/>
                    <a:pt x="982980" y="168910"/>
                    <a:pt x="982980" y="255270"/>
                  </a:cubicBezTo>
                  <a:cubicBezTo>
                    <a:pt x="982980" y="309880"/>
                    <a:pt x="972185" y="352743"/>
                    <a:pt x="950595" y="383858"/>
                  </a:cubicBezTo>
                  <a:cubicBezTo>
                    <a:pt x="929005" y="414973"/>
                    <a:pt x="895350" y="430530"/>
                    <a:pt x="849630" y="430530"/>
                  </a:cubicBezTo>
                  <a:cubicBezTo>
                    <a:pt x="803910" y="430530"/>
                    <a:pt x="767715" y="414020"/>
                    <a:pt x="741045" y="381000"/>
                  </a:cubicBezTo>
                  <a:cubicBezTo>
                    <a:pt x="763905" y="369570"/>
                    <a:pt x="784225" y="346710"/>
                    <a:pt x="802005" y="312420"/>
                  </a:cubicBezTo>
                  <a:cubicBezTo>
                    <a:pt x="819785" y="278130"/>
                    <a:pt x="828675" y="242570"/>
                    <a:pt x="828675" y="205740"/>
                  </a:cubicBezTo>
                  <a:cubicBezTo>
                    <a:pt x="828675" y="171450"/>
                    <a:pt x="819468" y="143510"/>
                    <a:pt x="801053" y="121920"/>
                  </a:cubicBezTo>
                  <a:cubicBezTo>
                    <a:pt x="782638" y="100330"/>
                    <a:pt x="753110" y="89535"/>
                    <a:pt x="712470" y="89535"/>
                  </a:cubicBezTo>
                  <a:cubicBezTo>
                    <a:pt x="645160" y="89535"/>
                    <a:pt x="581025" y="135573"/>
                    <a:pt x="520065" y="227648"/>
                  </a:cubicBezTo>
                  <a:cubicBezTo>
                    <a:pt x="459105" y="319723"/>
                    <a:pt x="409893" y="435610"/>
                    <a:pt x="372428" y="575310"/>
                  </a:cubicBezTo>
                  <a:cubicBezTo>
                    <a:pt x="334963" y="715010"/>
                    <a:pt x="316230" y="849630"/>
                    <a:pt x="316230" y="979170"/>
                  </a:cubicBezTo>
                  <a:cubicBezTo>
                    <a:pt x="316230" y="1075690"/>
                    <a:pt x="332740" y="1149350"/>
                    <a:pt x="365760" y="1200150"/>
                  </a:cubicBezTo>
                  <a:cubicBezTo>
                    <a:pt x="398780" y="1250950"/>
                    <a:pt x="458470" y="1276350"/>
                    <a:pt x="544830" y="1276350"/>
                  </a:cubicBezTo>
                  <a:cubicBezTo>
                    <a:pt x="619760" y="1276350"/>
                    <a:pt x="688975" y="1259840"/>
                    <a:pt x="752475" y="1226820"/>
                  </a:cubicBezTo>
                  <a:cubicBezTo>
                    <a:pt x="800100" y="1202055"/>
                    <a:pt x="842725" y="1169432"/>
                    <a:pt x="880348" y="1128951"/>
                  </a:cubicBezTo>
                  <a:lnTo>
                    <a:pt x="880438" y="1128844"/>
                  </a:lnTo>
                  <a:lnTo>
                    <a:pt x="883444" y="1068824"/>
                  </a:lnTo>
                  <a:cubicBezTo>
                    <a:pt x="890112" y="1000482"/>
                    <a:pt x="906780" y="926783"/>
                    <a:pt x="933450" y="847725"/>
                  </a:cubicBezTo>
                  <a:cubicBezTo>
                    <a:pt x="969010" y="742315"/>
                    <a:pt x="1026160" y="651193"/>
                    <a:pt x="1104900" y="574358"/>
                  </a:cubicBezTo>
                  <a:cubicBezTo>
                    <a:pt x="1183640" y="497523"/>
                    <a:pt x="1282700" y="459105"/>
                    <a:pt x="1402080" y="459105"/>
                  </a:cubicBezTo>
                  <a:cubicBezTo>
                    <a:pt x="1564640" y="459105"/>
                    <a:pt x="1645920" y="560705"/>
                    <a:pt x="1645920" y="763905"/>
                  </a:cubicBezTo>
                  <a:lnTo>
                    <a:pt x="1645920" y="765810"/>
                  </a:lnTo>
                  <a:cubicBezTo>
                    <a:pt x="1649730" y="767080"/>
                    <a:pt x="1656715" y="767715"/>
                    <a:pt x="1666875" y="767715"/>
                  </a:cubicBezTo>
                  <a:cubicBezTo>
                    <a:pt x="1708785" y="767715"/>
                    <a:pt x="1757045" y="756603"/>
                    <a:pt x="1811655" y="734378"/>
                  </a:cubicBezTo>
                  <a:lnTo>
                    <a:pt x="1827704" y="727332"/>
                  </a:lnTo>
                  <a:lnTo>
                    <a:pt x="1846422" y="693896"/>
                  </a:lnTo>
                  <a:cubicBezTo>
                    <a:pt x="1874362" y="650081"/>
                    <a:pt x="1906905" y="610235"/>
                    <a:pt x="1944053" y="574358"/>
                  </a:cubicBezTo>
                  <a:cubicBezTo>
                    <a:pt x="2018348" y="502603"/>
                    <a:pt x="2106930" y="466725"/>
                    <a:pt x="2209800" y="466725"/>
                  </a:cubicBezTo>
                  <a:cubicBezTo>
                    <a:pt x="2261870" y="466725"/>
                    <a:pt x="2300605" y="475615"/>
                    <a:pt x="2326005" y="493395"/>
                  </a:cubicBezTo>
                  <a:cubicBezTo>
                    <a:pt x="2351405" y="511175"/>
                    <a:pt x="2364105" y="534670"/>
                    <a:pt x="2364105" y="563880"/>
                  </a:cubicBezTo>
                  <a:lnTo>
                    <a:pt x="2364105" y="571500"/>
                  </a:lnTo>
                  <a:lnTo>
                    <a:pt x="2457450" y="133350"/>
                  </a:lnTo>
                  <a:lnTo>
                    <a:pt x="2739390" y="95250"/>
                  </a:lnTo>
                  <a:lnTo>
                    <a:pt x="2520315" y="1123950"/>
                  </a:lnTo>
                  <a:cubicBezTo>
                    <a:pt x="2515235" y="1143000"/>
                    <a:pt x="2512695" y="1163320"/>
                    <a:pt x="2512695" y="1184910"/>
                  </a:cubicBezTo>
                  <a:cubicBezTo>
                    <a:pt x="2512695" y="1210310"/>
                    <a:pt x="2518728" y="1228408"/>
                    <a:pt x="2530793" y="1239203"/>
                  </a:cubicBezTo>
                  <a:cubicBezTo>
                    <a:pt x="2542858" y="1249998"/>
                    <a:pt x="2562860" y="1255395"/>
                    <a:pt x="2590800" y="1255395"/>
                  </a:cubicBezTo>
                  <a:cubicBezTo>
                    <a:pt x="2626360" y="1255395"/>
                    <a:pt x="2657157" y="1240155"/>
                    <a:pt x="2683193" y="1209675"/>
                  </a:cubicBezTo>
                  <a:cubicBezTo>
                    <a:pt x="2696210" y="1194435"/>
                    <a:pt x="2707878" y="1176655"/>
                    <a:pt x="2718197" y="1156335"/>
                  </a:cubicBezTo>
                  <a:lnTo>
                    <a:pt x="2720769" y="1150576"/>
                  </a:lnTo>
                  <a:lnTo>
                    <a:pt x="2720340" y="1137285"/>
                  </a:lnTo>
                  <a:cubicBezTo>
                    <a:pt x="2720340" y="1049655"/>
                    <a:pt x="2737485" y="953135"/>
                    <a:pt x="2771775" y="847725"/>
                  </a:cubicBezTo>
                  <a:cubicBezTo>
                    <a:pt x="2806065" y="742315"/>
                    <a:pt x="2861945" y="651193"/>
                    <a:pt x="2939415" y="574358"/>
                  </a:cubicBezTo>
                  <a:cubicBezTo>
                    <a:pt x="3016885" y="497523"/>
                    <a:pt x="3115310" y="459105"/>
                    <a:pt x="3234690" y="459105"/>
                  </a:cubicBezTo>
                  <a:cubicBezTo>
                    <a:pt x="3374390" y="459105"/>
                    <a:pt x="3444240" y="520065"/>
                    <a:pt x="3444240" y="641985"/>
                  </a:cubicBezTo>
                  <a:cubicBezTo>
                    <a:pt x="3444240" y="713105"/>
                    <a:pt x="3423920" y="778510"/>
                    <a:pt x="3383280" y="838200"/>
                  </a:cubicBezTo>
                  <a:cubicBezTo>
                    <a:pt x="3342640" y="897890"/>
                    <a:pt x="3288665" y="945833"/>
                    <a:pt x="3221355" y="982028"/>
                  </a:cubicBezTo>
                  <a:cubicBezTo>
                    <a:pt x="3154045" y="1018223"/>
                    <a:pt x="3082290" y="1038860"/>
                    <a:pt x="3006090" y="1043940"/>
                  </a:cubicBezTo>
                  <a:cubicBezTo>
                    <a:pt x="3003550" y="1082040"/>
                    <a:pt x="3002280" y="1107440"/>
                    <a:pt x="3002280" y="1120140"/>
                  </a:cubicBezTo>
                  <a:cubicBezTo>
                    <a:pt x="3002280" y="1182370"/>
                    <a:pt x="3013075" y="1224598"/>
                    <a:pt x="3034665" y="1246823"/>
                  </a:cubicBezTo>
                  <a:cubicBezTo>
                    <a:pt x="3056255" y="1269048"/>
                    <a:pt x="3091180" y="1280160"/>
                    <a:pt x="3139440" y="1280160"/>
                  </a:cubicBezTo>
                  <a:cubicBezTo>
                    <a:pt x="3208020" y="1280160"/>
                    <a:pt x="3266757" y="1264285"/>
                    <a:pt x="3315653" y="1232535"/>
                  </a:cubicBezTo>
                  <a:cubicBezTo>
                    <a:pt x="3364547" y="1200785"/>
                    <a:pt x="3418205" y="1152525"/>
                    <a:pt x="3476625" y="1087755"/>
                  </a:cubicBezTo>
                  <a:lnTo>
                    <a:pt x="3541395" y="1087755"/>
                  </a:lnTo>
                  <a:cubicBezTo>
                    <a:pt x="3400425" y="1322705"/>
                    <a:pt x="3225800" y="1440180"/>
                    <a:pt x="3017520" y="1440180"/>
                  </a:cubicBezTo>
                  <a:cubicBezTo>
                    <a:pt x="2923540" y="1440180"/>
                    <a:pt x="2850515" y="1415733"/>
                    <a:pt x="2798445" y="1366838"/>
                  </a:cubicBezTo>
                  <a:cubicBezTo>
                    <a:pt x="2772410" y="1342390"/>
                    <a:pt x="2752884" y="1311037"/>
                    <a:pt x="2739867" y="1272778"/>
                  </a:cubicBezTo>
                  <a:lnTo>
                    <a:pt x="2738203" y="1266939"/>
                  </a:lnTo>
                  <a:lnTo>
                    <a:pt x="2737790" y="1267577"/>
                  </a:lnTo>
                  <a:cubicBezTo>
                    <a:pt x="2662974" y="1375026"/>
                    <a:pt x="2564448" y="1428750"/>
                    <a:pt x="2442210" y="1428750"/>
                  </a:cubicBezTo>
                  <a:cubicBezTo>
                    <a:pt x="2390140" y="1428750"/>
                    <a:pt x="2347913" y="1414780"/>
                    <a:pt x="2315528" y="1386840"/>
                  </a:cubicBezTo>
                  <a:cubicBezTo>
                    <a:pt x="2283143" y="1358900"/>
                    <a:pt x="2263140" y="1318260"/>
                    <a:pt x="2255520" y="1264920"/>
                  </a:cubicBezTo>
                  <a:cubicBezTo>
                    <a:pt x="2222500" y="1315720"/>
                    <a:pt x="2182813" y="1357630"/>
                    <a:pt x="2136458" y="1390650"/>
                  </a:cubicBezTo>
                  <a:cubicBezTo>
                    <a:pt x="2090103" y="1423670"/>
                    <a:pt x="2035810" y="1440180"/>
                    <a:pt x="1973580" y="1440180"/>
                  </a:cubicBezTo>
                  <a:cubicBezTo>
                    <a:pt x="1901190" y="1440180"/>
                    <a:pt x="1840865" y="1415415"/>
                    <a:pt x="1792605" y="1365885"/>
                  </a:cubicBezTo>
                  <a:cubicBezTo>
                    <a:pt x="1744345" y="1316355"/>
                    <a:pt x="1720215" y="1238885"/>
                    <a:pt x="1720215" y="1133475"/>
                  </a:cubicBezTo>
                  <a:cubicBezTo>
                    <a:pt x="1720215" y="1039495"/>
                    <a:pt x="1738948" y="940753"/>
                    <a:pt x="1776413" y="837248"/>
                  </a:cubicBezTo>
                  <a:lnTo>
                    <a:pt x="1781042" y="826295"/>
                  </a:lnTo>
                  <a:lnTo>
                    <a:pt x="1740932" y="839867"/>
                  </a:lnTo>
                  <a:cubicBezTo>
                    <a:pt x="1708706" y="849551"/>
                    <a:pt x="1675130" y="857250"/>
                    <a:pt x="1640205" y="862965"/>
                  </a:cubicBezTo>
                  <a:cubicBezTo>
                    <a:pt x="1630045" y="978535"/>
                    <a:pt x="1604010" y="1079500"/>
                    <a:pt x="1562100" y="1165860"/>
                  </a:cubicBezTo>
                  <a:cubicBezTo>
                    <a:pt x="1520190" y="1252220"/>
                    <a:pt x="1466215" y="1318895"/>
                    <a:pt x="1400175" y="1365885"/>
                  </a:cubicBezTo>
                  <a:cubicBezTo>
                    <a:pt x="1334135" y="1412875"/>
                    <a:pt x="1262380" y="1436370"/>
                    <a:pt x="1184910" y="1436370"/>
                  </a:cubicBezTo>
                  <a:cubicBezTo>
                    <a:pt x="1090930" y="1436370"/>
                    <a:pt x="1016635" y="1412240"/>
                    <a:pt x="962025" y="1363980"/>
                  </a:cubicBezTo>
                  <a:cubicBezTo>
                    <a:pt x="927894" y="1333818"/>
                    <a:pt x="904429" y="1292741"/>
                    <a:pt x="891630" y="1240750"/>
                  </a:cubicBezTo>
                  <a:lnTo>
                    <a:pt x="889405" y="1229453"/>
                  </a:lnTo>
                  <a:lnTo>
                    <a:pt x="862965" y="1262420"/>
                  </a:lnTo>
                  <a:cubicBezTo>
                    <a:pt x="849313" y="1277422"/>
                    <a:pt x="834708" y="1291590"/>
                    <a:pt x="819150" y="1304925"/>
                  </a:cubicBezTo>
                  <a:cubicBezTo>
                    <a:pt x="756920" y="1358265"/>
                    <a:pt x="690245" y="1397318"/>
                    <a:pt x="619125" y="1422083"/>
                  </a:cubicBezTo>
                  <a:cubicBezTo>
                    <a:pt x="548005" y="1446848"/>
                    <a:pt x="480695" y="1459230"/>
                    <a:pt x="417195" y="1459230"/>
                  </a:cubicBezTo>
                  <a:cubicBezTo>
                    <a:pt x="273685" y="1459230"/>
                    <a:pt x="168275" y="1423035"/>
                    <a:pt x="100965" y="1350645"/>
                  </a:cubicBezTo>
                  <a:cubicBezTo>
                    <a:pt x="33655" y="1278255"/>
                    <a:pt x="0" y="1158240"/>
                    <a:pt x="0" y="990600"/>
                  </a:cubicBezTo>
                  <a:cubicBezTo>
                    <a:pt x="0" y="857250"/>
                    <a:pt x="22543" y="713740"/>
                    <a:pt x="67628" y="560070"/>
                  </a:cubicBezTo>
                  <a:cubicBezTo>
                    <a:pt x="112713" y="406400"/>
                    <a:pt x="185103" y="274638"/>
                    <a:pt x="284798" y="164783"/>
                  </a:cubicBezTo>
                  <a:cubicBezTo>
                    <a:pt x="384493" y="54928"/>
                    <a:pt x="511175" y="0"/>
                    <a:pt x="664845" y="0"/>
                  </a:cubicBezTo>
                  <a:close/>
                </a:path>
              </a:pathLst>
            </a:custGeom>
            <a:gradFill>
              <a:gsLst>
                <a:gs pos="90000">
                  <a:srgbClr val="E8FAF4"/>
                </a:gs>
                <a:gs pos="20000">
                  <a:srgbClr val="00A8E8"/>
                </a:gs>
                <a:gs pos="10000">
                  <a:srgbClr val="17C3B2"/>
                </a:gs>
                <a:gs pos="0">
                  <a:srgbClr val="7BE7C7"/>
                </a:gs>
                <a:gs pos="40000">
                  <a:srgbClr val="28C985"/>
                </a:gs>
                <a:gs pos="30000">
                  <a:srgbClr val="12A36A"/>
                </a:gs>
                <a:gs pos="70000">
                  <a:srgbClr val="59E3B2"/>
                </a:gs>
                <a:gs pos="80000">
                  <a:srgbClr val="0F8F7A"/>
                </a:gs>
                <a:gs pos="60000">
                  <a:srgbClr val="7BE7C7"/>
                </a:gs>
                <a:gs pos="50000">
                  <a:srgbClr val="0B7A75">
                    <a:alpha val="98824"/>
                  </a:srgbClr>
                </a:gs>
              </a:gsLst>
              <a:lin ang="189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B20637E8-28F7-6828-AB92-646CF6C8A761}"/>
                </a:ext>
              </a:extLst>
            </p:cNvPr>
            <p:cNvSpPr/>
            <p:nvPr/>
          </p:nvSpPr>
          <p:spPr>
            <a:xfrm>
              <a:off x="1874523" y="2972909"/>
              <a:ext cx="4187611" cy="1467714"/>
            </a:xfrm>
            <a:custGeom>
              <a:avLst/>
              <a:gdLst/>
              <a:ahLst/>
              <a:cxnLst/>
              <a:rect l="l" t="t" r="r" b="b"/>
              <a:pathLst>
                <a:path w="4187611" h="1467714">
                  <a:moveTo>
                    <a:pt x="2402472" y="609928"/>
                  </a:moveTo>
                  <a:cubicBezTo>
                    <a:pt x="2359253" y="609928"/>
                    <a:pt x="2318920" y="637139"/>
                    <a:pt x="2281475" y="691560"/>
                  </a:cubicBezTo>
                  <a:cubicBezTo>
                    <a:pt x="2244030" y="745982"/>
                    <a:pt x="2214403" y="812880"/>
                    <a:pt x="2192595" y="892255"/>
                  </a:cubicBezTo>
                  <a:cubicBezTo>
                    <a:pt x="2170787" y="971630"/>
                    <a:pt x="2159883" y="1041857"/>
                    <a:pt x="2159883" y="1102936"/>
                  </a:cubicBezTo>
                  <a:cubicBezTo>
                    <a:pt x="2159883" y="1160840"/>
                    <a:pt x="2167096" y="1196752"/>
                    <a:pt x="2181522" y="1210673"/>
                  </a:cubicBezTo>
                  <a:cubicBezTo>
                    <a:pt x="2195949" y="1224593"/>
                    <a:pt x="2213530" y="1231553"/>
                    <a:pt x="2234267" y="1231553"/>
                  </a:cubicBezTo>
                  <a:cubicBezTo>
                    <a:pt x="2259846" y="1231553"/>
                    <a:pt x="2286332" y="1218412"/>
                    <a:pt x="2313726" y="1192129"/>
                  </a:cubicBezTo>
                  <a:cubicBezTo>
                    <a:pt x="2341121" y="1165846"/>
                    <a:pt x="2360086" y="1128723"/>
                    <a:pt x="2370623" y="1080761"/>
                  </a:cubicBezTo>
                  <a:lnTo>
                    <a:pt x="2460039" y="659756"/>
                  </a:lnTo>
                  <a:cubicBezTo>
                    <a:pt x="2460039" y="649437"/>
                    <a:pt x="2455455" y="638553"/>
                    <a:pt x="2446287" y="627103"/>
                  </a:cubicBezTo>
                  <a:cubicBezTo>
                    <a:pt x="2437120" y="615653"/>
                    <a:pt x="2422515" y="609928"/>
                    <a:pt x="2402472" y="609928"/>
                  </a:cubicBezTo>
                  <a:close/>
                  <a:moveTo>
                    <a:pt x="4081819" y="170022"/>
                  </a:moveTo>
                  <a:lnTo>
                    <a:pt x="4018270" y="467202"/>
                  </a:lnTo>
                  <a:lnTo>
                    <a:pt x="4130397" y="467202"/>
                  </a:lnTo>
                  <a:lnTo>
                    <a:pt x="4111823" y="578138"/>
                  </a:lnTo>
                  <a:lnTo>
                    <a:pt x="3999547" y="578138"/>
                  </a:lnTo>
                  <a:lnTo>
                    <a:pt x="3883431" y="1122581"/>
                  </a:lnTo>
                  <a:cubicBezTo>
                    <a:pt x="3878649" y="1140480"/>
                    <a:pt x="3876258" y="1159471"/>
                    <a:pt x="3876258" y="1179553"/>
                  </a:cubicBezTo>
                  <a:cubicBezTo>
                    <a:pt x="3876258" y="1199972"/>
                    <a:pt x="3880237" y="1213743"/>
                    <a:pt x="3888194" y="1220867"/>
                  </a:cubicBezTo>
                  <a:cubicBezTo>
                    <a:pt x="3896151" y="1227991"/>
                    <a:pt x="3911361" y="1231553"/>
                    <a:pt x="3933825" y="1231553"/>
                  </a:cubicBezTo>
                  <a:cubicBezTo>
                    <a:pt x="3964483" y="1231553"/>
                    <a:pt x="3993842" y="1217806"/>
                    <a:pt x="4021901" y="1190313"/>
                  </a:cubicBezTo>
                  <a:cubicBezTo>
                    <a:pt x="4049960" y="1162819"/>
                    <a:pt x="4071689" y="1121748"/>
                    <a:pt x="4087088" y="1067098"/>
                  </a:cubicBezTo>
                  <a:lnTo>
                    <a:pt x="4187611" y="1067098"/>
                  </a:lnTo>
                  <a:lnTo>
                    <a:pt x="4187611" y="1099688"/>
                  </a:lnTo>
                  <a:lnTo>
                    <a:pt x="4160740" y="1173087"/>
                  </a:lnTo>
                  <a:cubicBezTo>
                    <a:pt x="4119390" y="1269306"/>
                    <a:pt x="4070397" y="1336217"/>
                    <a:pt x="4013760" y="1373818"/>
                  </a:cubicBezTo>
                  <a:cubicBezTo>
                    <a:pt x="3938245" y="1423953"/>
                    <a:pt x="3863012" y="1449021"/>
                    <a:pt x="3788062" y="1449021"/>
                  </a:cubicBezTo>
                  <a:cubicBezTo>
                    <a:pt x="3722836" y="1449021"/>
                    <a:pt x="3670027" y="1428478"/>
                    <a:pt x="3629635" y="1387391"/>
                  </a:cubicBezTo>
                  <a:cubicBezTo>
                    <a:pt x="3589243" y="1346305"/>
                    <a:pt x="3569047" y="1285746"/>
                    <a:pt x="3569047" y="1205717"/>
                  </a:cubicBezTo>
                  <a:cubicBezTo>
                    <a:pt x="3569047" y="1173411"/>
                    <a:pt x="3574435" y="1130300"/>
                    <a:pt x="3585209" y="1076385"/>
                  </a:cubicBezTo>
                  <a:lnTo>
                    <a:pt x="3696116" y="578138"/>
                  </a:lnTo>
                  <a:lnTo>
                    <a:pt x="3634442" y="578138"/>
                  </a:lnTo>
                  <a:lnTo>
                    <a:pt x="3652480" y="467202"/>
                  </a:lnTo>
                  <a:lnTo>
                    <a:pt x="3714333" y="467202"/>
                  </a:lnTo>
                  <a:lnTo>
                    <a:pt x="3769965" y="211426"/>
                  </a:lnTo>
                  <a:close/>
                  <a:moveTo>
                    <a:pt x="671274" y="0"/>
                  </a:moveTo>
                  <a:cubicBezTo>
                    <a:pt x="769044" y="0"/>
                    <a:pt x="848672" y="22057"/>
                    <a:pt x="910158" y="66169"/>
                  </a:cubicBezTo>
                  <a:cubicBezTo>
                    <a:pt x="971644" y="110282"/>
                    <a:pt x="1002387" y="177413"/>
                    <a:pt x="1002387" y="267564"/>
                  </a:cubicBezTo>
                  <a:cubicBezTo>
                    <a:pt x="1002387" y="325051"/>
                    <a:pt x="990277" y="371252"/>
                    <a:pt x="966058" y="406167"/>
                  </a:cubicBezTo>
                  <a:cubicBezTo>
                    <a:pt x="941839" y="441082"/>
                    <a:pt x="904001" y="458540"/>
                    <a:pt x="852547" y="458540"/>
                  </a:cubicBezTo>
                  <a:cubicBezTo>
                    <a:pt x="801449" y="458540"/>
                    <a:pt x="759589" y="434281"/>
                    <a:pt x="726965" y="385763"/>
                  </a:cubicBezTo>
                  <a:cubicBezTo>
                    <a:pt x="752326" y="369809"/>
                    <a:pt x="772993" y="346433"/>
                    <a:pt x="788967" y="315635"/>
                  </a:cubicBezTo>
                  <a:cubicBezTo>
                    <a:pt x="804941" y="284838"/>
                    <a:pt x="812929" y="252621"/>
                    <a:pt x="812929" y="218986"/>
                  </a:cubicBezTo>
                  <a:cubicBezTo>
                    <a:pt x="812929" y="190193"/>
                    <a:pt x="805572" y="167169"/>
                    <a:pt x="790857" y="149915"/>
                  </a:cubicBezTo>
                  <a:cubicBezTo>
                    <a:pt x="776143" y="132661"/>
                    <a:pt x="751850" y="124034"/>
                    <a:pt x="717976" y="124034"/>
                  </a:cubicBezTo>
                  <a:cubicBezTo>
                    <a:pt x="658802" y="124034"/>
                    <a:pt x="600471" y="167447"/>
                    <a:pt x="542984" y="254273"/>
                  </a:cubicBezTo>
                  <a:cubicBezTo>
                    <a:pt x="485497" y="341100"/>
                    <a:pt x="438680" y="451907"/>
                    <a:pt x="402535" y="586696"/>
                  </a:cubicBezTo>
                  <a:cubicBezTo>
                    <a:pt x="366390" y="721485"/>
                    <a:pt x="348317" y="851823"/>
                    <a:pt x="348317" y="977712"/>
                  </a:cubicBezTo>
                  <a:cubicBezTo>
                    <a:pt x="348317" y="1069688"/>
                    <a:pt x="363096" y="1138412"/>
                    <a:pt x="392653" y="1183883"/>
                  </a:cubicBezTo>
                  <a:cubicBezTo>
                    <a:pt x="422210" y="1229356"/>
                    <a:pt x="475833" y="1252092"/>
                    <a:pt x="553521" y="1252092"/>
                  </a:cubicBezTo>
                  <a:cubicBezTo>
                    <a:pt x="623828" y="1252092"/>
                    <a:pt x="688642" y="1236668"/>
                    <a:pt x="747965" y="1205821"/>
                  </a:cubicBezTo>
                  <a:cubicBezTo>
                    <a:pt x="807288" y="1174974"/>
                    <a:pt x="861675" y="1127473"/>
                    <a:pt x="911125" y="1063318"/>
                  </a:cubicBezTo>
                  <a:lnTo>
                    <a:pt x="923434" y="1068554"/>
                  </a:lnTo>
                  <a:lnTo>
                    <a:pt x="1119723" y="132934"/>
                  </a:lnTo>
                  <a:lnTo>
                    <a:pt x="1431637" y="91530"/>
                  </a:lnTo>
                  <a:lnTo>
                    <a:pt x="1330732" y="562481"/>
                  </a:lnTo>
                  <a:cubicBezTo>
                    <a:pt x="1374308" y="493981"/>
                    <a:pt x="1440835" y="459731"/>
                    <a:pt x="1530310" y="459731"/>
                  </a:cubicBezTo>
                  <a:cubicBezTo>
                    <a:pt x="1598930" y="459731"/>
                    <a:pt x="1653832" y="478949"/>
                    <a:pt x="1695018" y="517387"/>
                  </a:cubicBezTo>
                  <a:cubicBezTo>
                    <a:pt x="1736204" y="555824"/>
                    <a:pt x="1756797" y="612706"/>
                    <a:pt x="1756797" y="688033"/>
                  </a:cubicBezTo>
                  <a:cubicBezTo>
                    <a:pt x="1756797" y="724744"/>
                    <a:pt x="1752208" y="766381"/>
                    <a:pt x="1743030" y="812944"/>
                  </a:cubicBezTo>
                  <a:cubicBezTo>
                    <a:pt x="1733852" y="859508"/>
                    <a:pt x="1721375" y="913527"/>
                    <a:pt x="1705600" y="975003"/>
                  </a:cubicBezTo>
                  <a:cubicBezTo>
                    <a:pt x="1696134" y="1010603"/>
                    <a:pt x="1687354" y="1046986"/>
                    <a:pt x="1679257" y="1084154"/>
                  </a:cubicBezTo>
                  <a:cubicBezTo>
                    <a:pt x="1671161" y="1121321"/>
                    <a:pt x="1667113" y="1150005"/>
                    <a:pt x="1667113" y="1170206"/>
                  </a:cubicBezTo>
                  <a:cubicBezTo>
                    <a:pt x="1667113" y="1191598"/>
                    <a:pt x="1671096" y="1207170"/>
                    <a:pt x="1679064" y="1216923"/>
                  </a:cubicBezTo>
                  <a:cubicBezTo>
                    <a:pt x="1687031" y="1226677"/>
                    <a:pt x="1701611" y="1231553"/>
                    <a:pt x="1722804" y="1231553"/>
                  </a:cubicBezTo>
                  <a:cubicBezTo>
                    <a:pt x="1753701" y="1231553"/>
                    <a:pt x="1779170" y="1219582"/>
                    <a:pt x="1799213" y="1195641"/>
                  </a:cubicBezTo>
                  <a:cubicBezTo>
                    <a:pt x="1809234" y="1183670"/>
                    <a:pt x="1819838" y="1166973"/>
                    <a:pt x="1831025" y="1145549"/>
                  </a:cubicBezTo>
                  <a:lnTo>
                    <a:pt x="1845904" y="1114713"/>
                  </a:lnTo>
                  <a:lnTo>
                    <a:pt x="1848710" y="1057491"/>
                  </a:lnTo>
                  <a:cubicBezTo>
                    <a:pt x="1855729" y="985057"/>
                    <a:pt x="1873277" y="910055"/>
                    <a:pt x="1901353" y="832485"/>
                  </a:cubicBezTo>
                  <a:cubicBezTo>
                    <a:pt x="1938789" y="729060"/>
                    <a:pt x="1995378" y="640765"/>
                    <a:pt x="2071121" y="567601"/>
                  </a:cubicBezTo>
                  <a:cubicBezTo>
                    <a:pt x="2146865" y="494437"/>
                    <a:pt x="2237998" y="457855"/>
                    <a:pt x="2344519" y="457855"/>
                  </a:cubicBezTo>
                  <a:cubicBezTo>
                    <a:pt x="2399684" y="457855"/>
                    <a:pt x="2441882" y="468085"/>
                    <a:pt x="2471112" y="488544"/>
                  </a:cubicBezTo>
                  <a:cubicBezTo>
                    <a:pt x="2500342" y="509003"/>
                    <a:pt x="2514957" y="536258"/>
                    <a:pt x="2514957" y="570310"/>
                  </a:cubicBezTo>
                  <a:lnTo>
                    <a:pt x="2514957" y="564357"/>
                  </a:lnTo>
                  <a:lnTo>
                    <a:pt x="2500580" y="467202"/>
                  </a:lnTo>
                  <a:lnTo>
                    <a:pt x="2804606" y="467202"/>
                  </a:lnTo>
                  <a:lnTo>
                    <a:pt x="2669738" y="1122670"/>
                  </a:lnTo>
                  <a:cubicBezTo>
                    <a:pt x="2664976" y="1140510"/>
                    <a:pt x="2662594" y="1159471"/>
                    <a:pt x="2662594" y="1179553"/>
                  </a:cubicBezTo>
                  <a:cubicBezTo>
                    <a:pt x="2662594" y="1221681"/>
                    <a:pt x="2681783" y="1242745"/>
                    <a:pt x="2720161" y="1242745"/>
                  </a:cubicBezTo>
                  <a:cubicBezTo>
                    <a:pt x="2748438" y="1242745"/>
                    <a:pt x="2774052" y="1228200"/>
                    <a:pt x="2797001" y="1199109"/>
                  </a:cubicBezTo>
                  <a:cubicBezTo>
                    <a:pt x="2819950" y="1170018"/>
                    <a:pt x="2839839" y="1126014"/>
                    <a:pt x="2856666" y="1067098"/>
                  </a:cubicBezTo>
                  <a:lnTo>
                    <a:pt x="2875467" y="1067098"/>
                  </a:lnTo>
                  <a:lnTo>
                    <a:pt x="2999868" y="467202"/>
                  </a:lnTo>
                  <a:lnTo>
                    <a:pt x="3303895" y="467202"/>
                  </a:lnTo>
                  <a:lnTo>
                    <a:pt x="3279606" y="581174"/>
                  </a:lnTo>
                  <a:cubicBezTo>
                    <a:pt x="3301672" y="547281"/>
                    <a:pt x="3330788" y="519812"/>
                    <a:pt x="3366953" y="498768"/>
                  </a:cubicBezTo>
                  <a:cubicBezTo>
                    <a:pt x="3403118" y="477724"/>
                    <a:pt x="3443029" y="467202"/>
                    <a:pt x="3486685" y="467202"/>
                  </a:cubicBezTo>
                  <a:cubicBezTo>
                    <a:pt x="3532624" y="467202"/>
                    <a:pt x="3568774" y="482878"/>
                    <a:pt x="3595136" y="514231"/>
                  </a:cubicBezTo>
                  <a:cubicBezTo>
                    <a:pt x="3621499" y="545585"/>
                    <a:pt x="3634680" y="582345"/>
                    <a:pt x="3634680" y="624513"/>
                  </a:cubicBezTo>
                  <a:cubicBezTo>
                    <a:pt x="3634680" y="665312"/>
                    <a:pt x="3621107" y="701423"/>
                    <a:pt x="3593961" y="732845"/>
                  </a:cubicBezTo>
                  <a:cubicBezTo>
                    <a:pt x="3566814" y="764268"/>
                    <a:pt x="3529191" y="779979"/>
                    <a:pt x="3481089" y="779979"/>
                  </a:cubicBezTo>
                  <a:cubicBezTo>
                    <a:pt x="3446839" y="779979"/>
                    <a:pt x="3423776" y="771664"/>
                    <a:pt x="3411899" y="755035"/>
                  </a:cubicBezTo>
                  <a:cubicBezTo>
                    <a:pt x="3400023" y="738406"/>
                    <a:pt x="3391594" y="717669"/>
                    <a:pt x="3386613" y="692825"/>
                  </a:cubicBezTo>
                  <a:cubicBezTo>
                    <a:pt x="3382605" y="675383"/>
                    <a:pt x="3379762" y="664989"/>
                    <a:pt x="3378085" y="661646"/>
                  </a:cubicBezTo>
                  <a:cubicBezTo>
                    <a:pt x="3376409" y="658302"/>
                    <a:pt x="3374608" y="656630"/>
                    <a:pt x="3372683" y="656630"/>
                  </a:cubicBezTo>
                  <a:cubicBezTo>
                    <a:pt x="3350180" y="656630"/>
                    <a:pt x="3330887" y="661343"/>
                    <a:pt x="3314804" y="670769"/>
                  </a:cubicBezTo>
                  <a:cubicBezTo>
                    <a:pt x="3298720" y="680195"/>
                    <a:pt x="3278256" y="696248"/>
                    <a:pt x="3253412" y="718930"/>
                  </a:cubicBezTo>
                  <a:lnTo>
                    <a:pt x="3102084" y="1437799"/>
                  </a:lnTo>
                  <a:lnTo>
                    <a:pt x="2798594" y="1437799"/>
                  </a:lnTo>
                  <a:lnTo>
                    <a:pt x="2816369" y="1352083"/>
                  </a:lnTo>
                  <a:lnTo>
                    <a:pt x="2816121" y="1352342"/>
                  </a:lnTo>
                  <a:cubicBezTo>
                    <a:pt x="2807585" y="1360247"/>
                    <a:pt x="2798870" y="1367341"/>
                    <a:pt x="2789976" y="1373624"/>
                  </a:cubicBezTo>
                  <a:cubicBezTo>
                    <a:pt x="2718826" y="1423889"/>
                    <a:pt x="2646967" y="1449021"/>
                    <a:pt x="2574399" y="1449021"/>
                  </a:cubicBezTo>
                  <a:cubicBezTo>
                    <a:pt x="2516792" y="1449021"/>
                    <a:pt x="2470383" y="1432799"/>
                    <a:pt x="2435170" y="1400354"/>
                  </a:cubicBezTo>
                  <a:cubicBezTo>
                    <a:pt x="2399957" y="1367909"/>
                    <a:pt x="2380803" y="1326823"/>
                    <a:pt x="2377707" y="1277095"/>
                  </a:cubicBezTo>
                  <a:cubicBezTo>
                    <a:pt x="2359709" y="1324521"/>
                    <a:pt x="2327324" y="1365032"/>
                    <a:pt x="2280552" y="1398628"/>
                  </a:cubicBezTo>
                  <a:cubicBezTo>
                    <a:pt x="2233781" y="1432223"/>
                    <a:pt x="2177861" y="1449021"/>
                    <a:pt x="2112793" y="1449021"/>
                  </a:cubicBezTo>
                  <a:cubicBezTo>
                    <a:pt x="2036316" y="1449021"/>
                    <a:pt x="1972597" y="1422867"/>
                    <a:pt x="1921639" y="1370559"/>
                  </a:cubicBezTo>
                  <a:cubicBezTo>
                    <a:pt x="1908899" y="1357482"/>
                    <a:pt x="1897752" y="1342643"/>
                    <a:pt x="1888197" y="1326042"/>
                  </a:cubicBezTo>
                  <a:lnTo>
                    <a:pt x="1875583" y="1300865"/>
                  </a:lnTo>
                  <a:lnTo>
                    <a:pt x="1856012" y="1328400"/>
                  </a:lnTo>
                  <a:cubicBezTo>
                    <a:pt x="1841088" y="1347385"/>
                    <a:pt x="1825682" y="1363020"/>
                    <a:pt x="1809794" y="1375306"/>
                  </a:cubicBezTo>
                  <a:cubicBezTo>
                    <a:pt x="1746245" y="1424449"/>
                    <a:pt x="1679872" y="1449021"/>
                    <a:pt x="1610677" y="1449021"/>
                  </a:cubicBezTo>
                  <a:cubicBezTo>
                    <a:pt x="1528603" y="1449021"/>
                    <a:pt x="1468159" y="1426885"/>
                    <a:pt x="1429345" y="1382614"/>
                  </a:cubicBezTo>
                  <a:cubicBezTo>
                    <a:pt x="1390531" y="1338342"/>
                    <a:pt x="1371124" y="1283732"/>
                    <a:pt x="1371124" y="1218784"/>
                  </a:cubicBezTo>
                  <a:cubicBezTo>
                    <a:pt x="1371124" y="1191717"/>
                    <a:pt x="1374388" y="1160855"/>
                    <a:pt x="1380916" y="1126198"/>
                  </a:cubicBezTo>
                  <a:cubicBezTo>
                    <a:pt x="1387445" y="1091541"/>
                    <a:pt x="1394038" y="1059076"/>
                    <a:pt x="1400695" y="1028805"/>
                  </a:cubicBezTo>
                  <a:cubicBezTo>
                    <a:pt x="1407353" y="998533"/>
                    <a:pt x="1411843" y="979349"/>
                    <a:pt x="1414164" y="971253"/>
                  </a:cubicBezTo>
                  <a:cubicBezTo>
                    <a:pt x="1425019" y="923787"/>
                    <a:pt x="1434574" y="880006"/>
                    <a:pt x="1442829" y="839912"/>
                  </a:cubicBezTo>
                  <a:cubicBezTo>
                    <a:pt x="1451084" y="799818"/>
                    <a:pt x="1455211" y="767259"/>
                    <a:pt x="1455211" y="742236"/>
                  </a:cubicBezTo>
                  <a:cubicBezTo>
                    <a:pt x="1455211" y="691396"/>
                    <a:pt x="1439138" y="665977"/>
                    <a:pt x="1406991" y="665977"/>
                  </a:cubicBezTo>
                  <a:cubicBezTo>
                    <a:pt x="1380778" y="665977"/>
                    <a:pt x="1356503" y="680214"/>
                    <a:pt x="1334169" y="708690"/>
                  </a:cubicBezTo>
                  <a:cubicBezTo>
                    <a:pt x="1311835" y="737166"/>
                    <a:pt x="1293614" y="775524"/>
                    <a:pt x="1279505" y="823764"/>
                  </a:cubicBezTo>
                  <a:lnTo>
                    <a:pt x="1149429" y="1437799"/>
                  </a:lnTo>
                  <a:lnTo>
                    <a:pt x="845968" y="1437799"/>
                  </a:lnTo>
                  <a:lnTo>
                    <a:pt x="882448" y="1263916"/>
                  </a:lnTo>
                  <a:lnTo>
                    <a:pt x="879807" y="1267384"/>
                  </a:lnTo>
                  <a:cubicBezTo>
                    <a:pt x="865868" y="1283283"/>
                    <a:pt x="850991" y="1298010"/>
                    <a:pt x="835178" y="1311563"/>
                  </a:cubicBezTo>
                  <a:cubicBezTo>
                    <a:pt x="771926" y="1365776"/>
                    <a:pt x="704488" y="1405355"/>
                    <a:pt x="632861" y="1430298"/>
                  </a:cubicBezTo>
                  <a:cubicBezTo>
                    <a:pt x="561235" y="1455242"/>
                    <a:pt x="493057" y="1467714"/>
                    <a:pt x="428327" y="1467714"/>
                  </a:cubicBezTo>
                  <a:cubicBezTo>
                    <a:pt x="281900" y="1467714"/>
                    <a:pt x="173905" y="1430303"/>
                    <a:pt x="104343" y="1355482"/>
                  </a:cubicBezTo>
                  <a:cubicBezTo>
                    <a:pt x="34781" y="1280662"/>
                    <a:pt x="0" y="1158479"/>
                    <a:pt x="0" y="988934"/>
                  </a:cubicBezTo>
                  <a:cubicBezTo>
                    <a:pt x="0" y="856238"/>
                    <a:pt x="22369" y="713666"/>
                    <a:pt x="67106" y="561216"/>
                  </a:cubicBezTo>
                  <a:cubicBezTo>
                    <a:pt x="111844" y="408767"/>
                    <a:pt x="184507" y="277118"/>
                    <a:pt x="285095" y="166271"/>
                  </a:cubicBezTo>
                  <a:cubicBezTo>
                    <a:pt x="385683" y="55424"/>
                    <a:pt x="514409" y="0"/>
                    <a:pt x="671274" y="0"/>
                  </a:cubicBezTo>
                  <a:close/>
                </a:path>
              </a:pathLst>
            </a:custGeom>
            <a:gradFill flip="none" rotWithShape="1">
              <a:gsLst>
                <a:gs pos="20000">
                  <a:srgbClr val="005BEA"/>
                </a:gs>
                <a:gs pos="30000">
                  <a:srgbClr val="008FE8"/>
                </a:gs>
                <a:gs pos="10000">
                  <a:srgbClr val="00C9FF"/>
                </a:gs>
                <a:gs pos="0">
                  <a:srgbClr val="0066CC"/>
                </a:gs>
                <a:gs pos="40000">
                  <a:srgbClr val="1597D3"/>
                </a:gs>
                <a:gs pos="40000">
                  <a:srgbClr val="17B6D9"/>
                </a:gs>
                <a:gs pos="50000">
                  <a:schemeClr val="tx2">
                    <a:lumMod val="50000"/>
                    <a:lumOff val="50000"/>
                  </a:schemeClr>
                </a:gs>
                <a:gs pos="85000">
                  <a:srgbClr val="42D7A5"/>
                </a:gs>
                <a:gs pos="69000">
                  <a:srgbClr val="18A0C8"/>
                </a:gs>
                <a:gs pos="60000">
                  <a:srgbClr val="7BE7C7"/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09518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784F8-2F87-D021-5F6B-9529DD47F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D47E89F-C2E4-40CC-13AB-5BD6FC9655DF}"/>
              </a:ext>
            </a:extLst>
          </p:cNvPr>
          <p:cNvSpPr txBox="1"/>
          <p:nvPr/>
        </p:nvSpPr>
        <p:spPr>
          <a:xfrm>
            <a:off x="3048000" y="-3427556"/>
            <a:ext cx="7569200" cy="324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813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jiahao tang</dc:creator>
  <cp:lastModifiedBy>zijian zhang</cp:lastModifiedBy>
  <cp:revision>3</cp:revision>
  <dcterms:created xsi:type="dcterms:W3CDTF">2025-10-18T11:16:17Z</dcterms:created>
  <dcterms:modified xsi:type="dcterms:W3CDTF">2026-07-16T04:25:37Z</dcterms:modified>
</cp:coreProperties>
</file>