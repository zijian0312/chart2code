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1D4"/>
    <a:srgbClr val="FFD700"/>
    <a:srgbClr val="FFFACD"/>
    <a:srgbClr val="F1DDDB"/>
    <a:srgbClr val="E1561F"/>
    <a:srgbClr val="F8D008"/>
    <a:srgbClr val="E63946"/>
    <a:srgbClr val="FF2B2B"/>
    <a:srgbClr val="FF3F5C"/>
    <a:srgbClr val="FF0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" y="1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D225F-8C80-7B86-5870-F6C455B6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4DB558-60C1-AA26-66BB-E93EE721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92569-CAF3-342C-05D0-A1B101B0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987F6-4C53-A61E-DEFD-504D1F85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322C1-44B0-4DAD-948C-E32FE3A1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051FF-9ECA-459B-6EA9-3EF4AE50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6FE24-DD1E-04C3-D4F6-7021D969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60AB0-F468-8294-157F-B24A614B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3A63B-B6C6-CF2C-64ED-D175353D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3DD26-E9FF-88BD-03A2-409D0E8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1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69C06-51AA-3608-67A7-67E84235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9BBB7-E7A0-749C-B95C-DA2DDA87E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8204F-1BF1-5A24-F804-772CE408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5498F-043B-689D-9245-2E3FAAD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6B2EC-CBA1-8D52-C741-DCC1E1C3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5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53352-55DE-BD2F-6162-5C819B5E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44AD2-F247-9278-A923-42B78128D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7DF025-ACB5-BCE2-ED2A-920387B96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AA45A-FE77-C6D6-6EF5-1DD1E09A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006833-3A7A-6CF8-805D-C6A60060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5578A-5920-C573-AEC5-B9ED1AB0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37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A9170-13EF-1E27-15EF-B1558245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E3ECBC-6081-249A-232B-3211D4A1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97BF4-DAE7-BD32-9F7F-9E9FD11D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C883B0-B975-FFB4-B081-121204635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70A682-3C4B-16B1-BB74-9186AB561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72488-A0FC-1270-81B7-9D09D601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D093D6-8AE6-6069-BCA5-72978CBD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5589C7-D62E-01E8-1DB4-273260EF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5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D4D9-1E96-B467-1830-76D17C4B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409088-B04F-0A77-094F-E1FC9AC5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43348-CCB1-D006-25D5-700DC1F3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3C0DB-EC8A-A774-5489-CC11467B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57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7CA58D-8EC3-DC71-1D50-86775FFA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0F803E-9FEC-9234-AC1B-5F1848BD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5F4CA-4C97-A772-0327-CDA017B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6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B7881-DF14-9640-1134-45EDC656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E0894-F6A2-5881-0403-E9729ECA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146DC3-6BF0-67A1-2F25-99C648ED1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4F1D91-2F4B-1F3D-BFDA-B8AB763B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681597-F169-0E3F-78E1-F73D887B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D82D9-1554-E0D0-980F-40837A82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3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1E518-FCF8-3FFF-BC55-04C899DB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43D53-6C7B-4290-26D7-502A57E12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E2D6BA-4718-54AB-13A6-F92848D83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F3FEF-6A6A-7D93-D164-A48AF7AB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0A1E7-5BA1-B91F-8BE3-EFDA37EB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51F52-1E85-6ABA-DC81-E1FB5116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4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EDB69-3735-8E77-903B-D3D311C1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FB587C-8611-25AE-ECA2-B1F757B12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B25A7-C925-47E0-AEC0-4EC8D99B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C2891-D357-E1B8-C77A-02C2DB48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CD123-4127-9547-93E7-32559C3E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6B52BF-DDA8-FE62-271D-CB117B6F8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0B4EA-BA8C-6991-3566-1E7BE4A9A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00A47-F467-4E19-8804-FD47FDA8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E5D9C-C55E-64FB-104C-9F8199F0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62BAE-EC6D-D323-12B2-6935C928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6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F151C2-32E8-D5C7-DF0C-DFCE72DF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B6A3A-57C0-F945-9FD0-C78C8D716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EDC72-B7C4-74E4-A96C-17112020E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00170-5222-2154-E172-40A73CD29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06C42-F9A0-BB24-4B48-06E3B7F50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5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036D94FB-80F0-2384-E9A2-25E770044C2B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BCC628F-E0DA-6C61-7889-BFB1A9C80A4C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E9FFF8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FFFFF"/>
                </a:gs>
                <a:gs pos="46000">
                  <a:srgbClr val="B8FFF0"/>
                </a:gs>
                <a:gs pos="30000">
                  <a:schemeClr val="bg2">
                    <a:lumMod val="90000"/>
                  </a:schemeClr>
                </a:gs>
                <a:gs pos="66500">
                  <a:srgbClr val="E9FFF8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8CFFE1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7BD6AFA-8EFA-E8E3-2C45-83B18CEA9124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F2FFFB"/>
                </a:gs>
                <a:gs pos="20000">
                  <a:srgbClr val="00B8FF"/>
                </a:gs>
                <a:gs pos="10000">
                  <a:srgbClr val="40DFFF"/>
                </a:gs>
                <a:gs pos="0">
                  <a:srgbClr val="B8FFF0"/>
                </a:gs>
                <a:gs pos="40000">
                  <a:srgbClr val="62F4D4"/>
                </a:gs>
                <a:gs pos="30000">
                  <a:srgbClr val="7BFFB2"/>
                </a:gs>
                <a:gs pos="70000">
                  <a:srgbClr val="A8FFE6"/>
                </a:gs>
                <a:gs pos="80000">
                  <a:srgbClr val="24C6DC"/>
                </a:gs>
                <a:gs pos="60000">
                  <a:srgbClr val="B8FFF0"/>
                </a:gs>
                <a:gs pos="50000">
                  <a:srgbClr val="29D6A3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669CFCB-DE30-A4B5-2A40-AF0E893C0934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2D6CDF"/>
                </a:gs>
                <a:gs pos="30000">
                  <a:srgbClr val="4A90FF"/>
                </a:gs>
                <a:gs pos="10000">
                  <a:srgbClr val="00D4FF"/>
                </a:gs>
                <a:gs pos="0">
                  <a:srgbClr val="1F6FEB"/>
                </a:gs>
                <a:gs pos="40000">
                  <a:srgbClr val="2FA7FF"/>
                </a:gs>
                <a:gs pos="40000">
                  <a:srgbClr val="39C6FF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7BE8FF"/>
                </a:gs>
                <a:gs pos="69000">
                  <a:srgbClr val="55A8FF"/>
                </a:gs>
                <a:gs pos="60000">
                  <a:srgbClr val="B7F7FF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295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3B4A-49BF-4A32-FFBE-C41DF299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8DA0AC-DB24-71BA-5B5D-1A852ECEC02C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3DEC22A-F42E-A743-F571-27F11AA306A8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E9FFF8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FFFFF"/>
                </a:gs>
                <a:gs pos="46000">
                  <a:srgbClr val="B8FFF0"/>
                </a:gs>
                <a:gs pos="30000">
                  <a:schemeClr val="bg2">
                    <a:lumMod val="90000"/>
                  </a:schemeClr>
                </a:gs>
                <a:gs pos="66500">
                  <a:srgbClr val="E9FFF8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8CFFE1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6643F6A-E197-F65D-AA12-D92C49E1008E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F2FFFB"/>
                </a:gs>
                <a:gs pos="20000">
                  <a:srgbClr val="00B8FF"/>
                </a:gs>
                <a:gs pos="10000">
                  <a:srgbClr val="40DFFF"/>
                </a:gs>
                <a:gs pos="0">
                  <a:srgbClr val="B8FFF0"/>
                </a:gs>
                <a:gs pos="40000">
                  <a:srgbClr val="62F4D4"/>
                </a:gs>
                <a:gs pos="30000">
                  <a:srgbClr val="7BFFB2"/>
                </a:gs>
                <a:gs pos="70000">
                  <a:srgbClr val="A8FFE6"/>
                </a:gs>
                <a:gs pos="80000">
                  <a:srgbClr val="24C6DC"/>
                </a:gs>
                <a:gs pos="60000">
                  <a:srgbClr val="B8FFF0"/>
                </a:gs>
                <a:gs pos="50000">
                  <a:srgbClr val="29D6A3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B20637E8-28F7-6828-AB92-646CF6C8A761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2D6CDF"/>
                </a:gs>
                <a:gs pos="30000">
                  <a:srgbClr val="4A90FF"/>
                </a:gs>
                <a:gs pos="10000">
                  <a:srgbClr val="00D4FF"/>
                </a:gs>
                <a:gs pos="0">
                  <a:srgbClr val="1F6FEB"/>
                </a:gs>
                <a:gs pos="40000">
                  <a:srgbClr val="2FA7FF"/>
                </a:gs>
                <a:gs pos="40000">
                  <a:srgbClr val="39C6FF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7BE8FF"/>
                </a:gs>
                <a:gs pos="69000">
                  <a:srgbClr val="55A8FF"/>
                </a:gs>
                <a:gs pos="60000">
                  <a:srgbClr val="B7F7FF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51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84F8-2F87-D021-5F6B-9529DD47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D47E89F-C2E4-40CC-13AB-5BD6FC9655DF}"/>
              </a:ext>
            </a:extLst>
          </p:cNvPr>
          <p:cNvSpPr txBox="1"/>
          <p:nvPr/>
        </p:nvSpPr>
        <p:spPr>
          <a:xfrm>
            <a:off x="3048000" y="-3427556"/>
            <a:ext cx="7569200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1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jiahao tang</dc:creator>
  <cp:lastModifiedBy>zijian zhang</cp:lastModifiedBy>
  <cp:revision>3</cp:revision>
  <dcterms:created xsi:type="dcterms:W3CDTF">2025-10-18T11:16:17Z</dcterms:created>
  <dcterms:modified xsi:type="dcterms:W3CDTF">2026-07-16T04:25:37Z</dcterms:modified>
</cp:coreProperties>
</file>